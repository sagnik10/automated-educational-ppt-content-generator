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2331720"/>
            <a:ext cx="98298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0" b="1">
                <a:solidFill>
                  <a:srgbClr val="FFFFFF"/>
                </a:solidFill>
              </a:rPr>
              <a:t>RATIOS  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829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</a:rPr>
              <a:t>GRADE 7  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Warm-up 🌟  (Get Ready)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1475720" cy="5440680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371600"/>
            <a:ext cx="10927080" cy="6400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105613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D1B0D"/>
                </a:solidFill>
              </a:rPr>
              <a:t>🧠 Pause &amp; Check (Slow Learners)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772400" cy="411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☑️ Today we will use: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• part = percent × whole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✅ Slow Steps: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1) Circle the percent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2) Change percent to decimal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3) Multiply (for part)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4) Divide (for whole)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💬 Say it: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‘Part is percent times whole.’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892040"/>
            <a:ext cx="2926080" cy="14173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5010912"/>
            <a:ext cx="265176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✅ Rule: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Percent as decimal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= ÷100</a:t>
            </a:r>
          </a:p>
          <a:p>
            <a:pPr algn="l">
              <a:lnSpc>
                <a:spcPct val="112000"/>
              </a:lnSpc>
            </a:pPr>
            <a:endParaRPr sz="1200" b="0">
              <a:solidFill>
                <a:srgbClr val="0D1B0D"/>
              </a:solidFill>
            </a:endParaR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Example: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12% = 0.12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Lesson 3-3  Percent Equation  🧮 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Example 2: Find the Part 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Meal tax = 8.44%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Bill (food + drinks) = $54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☑️ Use: part = percent × whole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Step 1: 8.44% = 0.0844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Step 2: tax = 0.0844 × 54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Step 3: tax ≈ $4.56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Reasoning 💬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does 4.5576 mean?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Example 3: Find the Whole 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Jane earns 5.5% commission.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Commission = $9,020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☑️ Use: part = percent × whole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part = 0.055 × whole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Step 1: 9020 = 0.055 × h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Step 2: h = 9020 ÷ 0.055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Step 3: h = 164,000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Answer ✅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Selling price = $164,000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Mini Practice ✅  (2 quick checks)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Check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1475720" cy="5440680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371600"/>
            <a:ext cx="10927080" cy="6400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105613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D1B0D"/>
                </a:solidFill>
              </a:rPr>
              <a:t>🧠 Pause &amp; Check (Slow Learners)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772400" cy="411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1) 10% of 90 = ____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2) $15 is 25% of ____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⭐ Tip: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If you see ‘of’ → multiply.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If you see ‘is ___% of’ → divide.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892040"/>
            <a:ext cx="2926080" cy="14173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5010912"/>
            <a:ext cx="265176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✅ Rule: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Percent as decimal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= ÷100</a:t>
            </a:r>
          </a:p>
          <a:p>
            <a:pPr algn="l">
              <a:lnSpc>
                <a:spcPct val="112000"/>
              </a:lnSpc>
            </a:pPr>
            <a:endParaRPr sz="1200" b="0">
              <a:solidFill>
                <a:srgbClr val="0D1B0D"/>
              </a:solidFill>
            </a:endParaR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Example: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12% = 0.12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Key Concept 🔑  part = percent × whole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Do You Understand?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1) Essential Question: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How are percent problems related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to proportional reasoning?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2) Reasoning: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A waiter receives $11 tip on $47.20.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Usually tips are 20%.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Is this tip typical? Explain.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3) Construct Arguments: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About 11% of people are left-handed.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How many in a class of 30?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Justify the steps.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Do You Know How? ✍️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4) Commission: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An agent earns 12% on a $1,000 policy.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How much commission?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5) Paint mix: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Seafoam green = 1.5 quarts.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Blue 70% and Yellow 30%.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Find how much yellow paint.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6) Sales tax: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Tax $35.99 on laptop $449.99.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About what percent tax?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Mini Practice ✅  (Model 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Check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1475720" cy="5440680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371600"/>
            <a:ext cx="10927080" cy="6400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105613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D1B0D"/>
                </a:solidFill>
              </a:rPr>
              <a:t>🧠 Pause &amp; Check (Slow Learners)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772400" cy="411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Draw a small bar model: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Whole is 100%.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Shade the percent.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Write the equation.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Example: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If part = 12 and percent = 30%,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whole = 12 ÷ 0.30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892040"/>
            <a:ext cx="2926080" cy="14173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5010912"/>
            <a:ext cx="265176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✅ Rule: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Percent as decimal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= ÷100</a:t>
            </a:r>
          </a:p>
          <a:p>
            <a:pPr algn="l">
              <a:lnSpc>
                <a:spcPct val="112000"/>
              </a:lnSpc>
            </a:pPr>
            <a:endParaRPr sz="1200" b="0">
              <a:solidFill>
                <a:srgbClr val="0D1B0D"/>
              </a:solidFill>
            </a:endParaR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Example: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12% = 0.12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Practice &amp; Problem Solving ✍️  (Solve slowly)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Level Practice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7) Voters: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500 voters, 430 would vote again.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percent?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9) Hard drive: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16 GB total.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Photos uses 3.32 GB.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percent is used?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10) Shirt sale: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Regular $30, sale $21.75.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Sale price is what percent?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12) Sales tax table: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$39.98 at 4.5%.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Find tax.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More Practice 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8) Letters to editor: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40 letters is 5% of readers.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How many readers?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11) Commission table: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Sales $768 at 4%.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Find commission.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13) Gratuity: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20% on $141 bill.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How much gratuity?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✅ Tip: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Write: part = percent × whole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Mini Practice ✅  (Word to equation)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Check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1475720" cy="5440680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371600"/>
            <a:ext cx="10927080" cy="6400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105613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D1B0D"/>
                </a:solidFill>
              </a:rPr>
              <a:t>🧠 Pause &amp; Check (Slow Learners)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772400" cy="411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Turn each into an equation: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1) tax is 8% of 50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2) tip is 20% of 120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3) 45 is 15% of w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Then solve slowly.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892040"/>
            <a:ext cx="2926080" cy="14173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5010912"/>
            <a:ext cx="265176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✅ Rule: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Percent as decimal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= ÷100</a:t>
            </a:r>
          </a:p>
          <a:p>
            <a:pPr algn="l">
              <a:lnSpc>
                <a:spcPct val="112000"/>
              </a:lnSpc>
            </a:pPr>
            <a:endParaRPr sz="1200" b="0">
              <a:solidFill>
                <a:srgbClr val="0D1B0D"/>
              </a:solidFill>
            </a:endParaR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Example: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12% = 0.12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Assessment Practice ✅  (Explain + show work)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Show Thinking 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14) University: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Accepts 70% of applicants.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25% of accepted enroll.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20,000 apply.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How many enroll?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16) Commission: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4% on $33,000 sale.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 a) Commission?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 b) If sales double, what happens?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17) Jewelry: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3% commission.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Prices: $110, $275, $200, $145.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 a) Commission?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 b) Total store sales?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ASSESS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Higher-Order 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38544" y="1819656"/>
            <a:ext cx="5742432" cy="4555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18) Company workers: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60% men.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1,380 women.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How many workers total?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Show 2 ways.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19) Pay options: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Option A: $19/hour for 40 hours.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Option B: 8% commission on weekly sales.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How much sales needed to match?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20) House sale: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$382,000. Commission 5.5%.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Agent gets 30% of agency amount.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Exit Ticket 🎟️  (One question)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Exit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1475720" cy="5440680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371600"/>
            <a:ext cx="10927080" cy="6400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105613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D1B0D"/>
                </a:solidFill>
              </a:rPr>
              <a:t>🧠 Pause &amp; Check (Slow Learners)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772400" cy="411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A store gives a 15% discount.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The discount is $12.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☑️ What was the original price?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Write 1 sentence to explain.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892040"/>
            <a:ext cx="2926080" cy="14173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5010912"/>
            <a:ext cx="265176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✅ Rule: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Percent as decimal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= ÷100</a:t>
            </a:r>
          </a:p>
          <a:p>
            <a:pPr algn="l">
              <a:lnSpc>
                <a:spcPct val="112000"/>
              </a:lnSpc>
            </a:pPr>
            <a:endParaRPr sz="1200" b="0">
              <a:solidFill>
                <a:srgbClr val="0D1B0D"/>
              </a:solidFill>
            </a:endParaR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Example: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12% = 0.12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940</Words>
  <Application>Microsoft Office PowerPoint</Application>
  <PresentationFormat>Widescreen</PresentationFormat>
  <Paragraphs>212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Sagnik sen</cp:lastModifiedBy>
  <cp:revision>2</cp:revision>
  <dcterms:created xsi:type="dcterms:W3CDTF">2013-01-27T09:14:16Z</dcterms:created>
  <dcterms:modified xsi:type="dcterms:W3CDTF">2026-01-17T05:41:23Z</dcterms:modified>
  <cp:category/>
</cp:coreProperties>
</file>