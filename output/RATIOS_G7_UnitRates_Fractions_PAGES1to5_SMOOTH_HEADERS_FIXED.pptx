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331720"/>
            <a:ext cx="982980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0" b="1">
                <a:solidFill>
                  <a:srgbClr val="FFFFFF"/>
                </a:solidFill>
              </a:rPr>
              <a:t>RATIOS  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829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</a:rPr>
              <a:t>GRADE 7  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1109960" cy="502920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59536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238"/>
                </a:solidFill>
              </a:rPr>
              <a:t>Unit Rates with Fractions  ➗  (Slow Steps)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64040" y="301752"/>
            <a:ext cx="2057400" cy="365760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301752"/>
            <a:ext cx="205740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Page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868680"/>
            <a:ext cx="4526280" cy="5715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033272"/>
            <a:ext cx="41605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069848"/>
            <a:ext cx="4014216" cy="4937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2B16"/>
                </a:solidFill>
              </a:rPr>
              <a:t>Today’s Goal 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691640"/>
            <a:ext cx="4123944" cy="46908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LO: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• Find unit rate (per 1) with fractions.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/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Success ✅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• Name numerator &amp; denominator.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• Find a unit rate.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• Explain in words.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/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ATL: 💬 Communication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IB: 🧠 Thinker, Communicator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UAE: 🏗️ Construction quantities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868680"/>
            <a:ext cx="6839712" cy="571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96712" y="1106424"/>
            <a:ext cx="1691640" cy="502920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96712" y="1106424"/>
            <a:ext cx="169164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A3B00"/>
                </a:solidFill>
              </a:rPr>
              <a:t>START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0" y="1033272"/>
            <a:ext cx="432511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11111"/>
                </a:solidFill>
              </a:rPr>
              <a:t>Bell Ringer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33288" y="1828800"/>
            <a:ext cx="6071616" cy="4617720"/>
          </a:xfrm>
          <a:prstGeom prst="roundRect">
            <a:avLst/>
          </a:prstGeom>
          <a:solidFill>
            <a:srgbClr val="F5FA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80" y="1975104"/>
            <a:ext cx="5742432" cy="4325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>⭐ Quick Start (2 minutes)</a:t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>☑️ Step 1: Read.</a:t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>☑️ Step 2: Circle numbers.</a:t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>☑️ Step 3: Write a fraction.</a:t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>☑️ Step 4: Find “per 1”.</a:t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>💬 Share: What does “per 1” mean?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1109960" cy="502920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59536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238"/>
                </a:solidFill>
              </a:rPr>
              <a:t>Learning Objective  🎯  (We go step-by-step)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64040" y="301752"/>
            <a:ext cx="2057400" cy="365760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301752"/>
            <a:ext cx="205740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Page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868680"/>
            <a:ext cx="4526280" cy="5715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033272"/>
            <a:ext cx="41605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069848"/>
            <a:ext cx="4014216" cy="4937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2B16"/>
                </a:solidFill>
              </a:rPr>
              <a:t>Learning Objective 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691640"/>
            <a:ext cx="4123944" cy="46908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We will…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• Use fractions to find unit rates.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/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Success ✅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• Aspire: whole ÷ fraction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• Grow: unit rates with fractions/decimals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• Succeed: explain with units + context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/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Skills 💬🧠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• Thinking • Communication • Self-Management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868680"/>
            <a:ext cx="6839712" cy="571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96712" y="1106424"/>
            <a:ext cx="1691640" cy="502920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96712" y="1106424"/>
            <a:ext cx="169164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A3B00"/>
                </a:solidFill>
              </a:rPr>
              <a:t>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0" y="1033272"/>
            <a:ext cx="432511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11111"/>
                </a:solidFill>
              </a:rPr>
              <a:t>Learning Objective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33288" y="1828800"/>
            <a:ext cx="6071616" cy="4617720"/>
          </a:xfrm>
          <a:prstGeom prst="roundRect">
            <a:avLst/>
          </a:prstGeom>
          <a:solidFill>
            <a:srgbClr val="F5FA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80" y="1975104"/>
            <a:ext cx="5742432" cy="4325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>✍️ We practice slowly and clearly.</a:t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>✅ I can:</a:t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>• write a ratio as a fraction</a:t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>• divide to get a unit rate</a:t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>• add units (AED, km, kg, …)</a:t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>🌟 Reminder: Unit rate = “for 1”.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1109960" cy="502920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59536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238"/>
                </a:solidFill>
              </a:rPr>
              <a:t>Key Vocabulary  📚  (Say it, draw it, remember it)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64040" y="301752"/>
            <a:ext cx="2057400" cy="365760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301752"/>
            <a:ext cx="205740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Page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868680"/>
            <a:ext cx="4526280" cy="5715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033272"/>
            <a:ext cx="41605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069848"/>
            <a:ext cx="4014216" cy="4937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2B16"/>
                </a:solidFill>
              </a:rPr>
              <a:t>Words to Know 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691640"/>
            <a:ext cx="4123944" cy="46908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Vocabulary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• Ratio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• Unit Rate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• Fraction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• Proportion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• Numerator / Denominator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/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Tip ⭐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• Numerator = top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• Denominator = bottom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868680"/>
            <a:ext cx="6839712" cy="571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96712" y="1106424"/>
            <a:ext cx="1691640" cy="502920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96712" y="1106424"/>
            <a:ext cx="169164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A3B00"/>
                </a:solidFill>
              </a:rPr>
              <a:t>WORDS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0" y="1033272"/>
            <a:ext cx="432511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11111"/>
                </a:solidFill>
              </a:rPr>
              <a:t>Key Vocabulary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33288" y="1828800"/>
            <a:ext cx="6071616" cy="4617720"/>
          </a:xfrm>
          <a:prstGeom prst="roundRect">
            <a:avLst/>
          </a:prstGeom>
          <a:solidFill>
            <a:srgbClr val="F5FA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80" y="1975104"/>
            <a:ext cx="5742432" cy="4325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>🎲 Make it fun!</a:t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>☑️ Write each word.</a:t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>☑️ Draw a tiny picture.</a:t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>☑️ Say it out loud.</a:t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>Example:</a:t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>• Unit rate = “per 1” 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1109960" cy="502920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59536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238"/>
                </a:solidFill>
              </a:rPr>
              <a:t>Engage  💬  (Talk + simple examples)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64040" y="301752"/>
            <a:ext cx="2057400" cy="365760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301752"/>
            <a:ext cx="205740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Page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868680"/>
            <a:ext cx="4526280" cy="5715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033272"/>
            <a:ext cx="41605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069848"/>
            <a:ext cx="4014216" cy="4937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2B16"/>
                </a:solidFill>
              </a:rPr>
              <a:t>Success Steps 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691640"/>
            <a:ext cx="4123944" cy="46908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1) Read 👀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2) Write fraction ➗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3) Divide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4) Say unit + meaning 💬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/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UAE Link 🏗️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• materials per 1 room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• paint per 1 wall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• cost per 1 item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868680"/>
            <a:ext cx="6839712" cy="571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96712" y="1106424"/>
            <a:ext cx="1691640" cy="502920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96712" y="1106424"/>
            <a:ext cx="169164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A3B00"/>
                </a:solidFill>
              </a:rPr>
              <a:t>TALK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0" y="1033272"/>
            <a:ext cx="432511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11111"/>
                </a:solidFill>
              </a:rPr>
              <a:t>Engage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33288" y="1828800"/>
            <a:ext cx="6071616" cy="4617720"/>
          </a:xfrm>
          <a:prstGeom prst="roundRect">
            <a:avLst/>
          </a:prstGeom>
          <a:solidFill>
            <a:srgbClr val="F5FA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80" y="1975104"/>
            <a:ext cx="5742432" cy="4325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>💬 Talk Time</a:t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>Question:</a:t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>When do we use unit rates?</a:t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>⭐ Examples:</a:t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>• AED per 1 item 🛍️</a:t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>• km per 1 hour 🚗</a:t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>• liters per 1 day 💧</a:t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>👫 Share one example.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1109960" cy="502920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59536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238"/>
                </a:solidFill>
              </a:rPr>
              <a:t>Pre-Assessment  ✍️  (Try with a model)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64040" y="301752"/>
            <a:ext cx="2057400" cy="365760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4040" y="301752"/>
            <a:ext cx="205740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Page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868680"/>
            <a:ext cx="4526280" cy="5715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033272"/>
            <a:ext cx="41605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069848"/>
            <a:ext cx="4014216" cy="4937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2B16"/>
                </a:solidFill>
              </a:rPr>
              <a:t>Pre-Assessment ✍️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691640"/>
            <a:ext cx="4123944" cy="46908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Think 🧠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Why does “per 1 hour” change the value?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/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Draw 🎨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• a bar model OR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• a ratio table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/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Use slow steps 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868680"/>
            <a:ext cx="6839712" cy="571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96712" y="1106424"/>
            <a:ext cx="1691640" cy="502920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96712" y="1106424"/>
            <a:ext cx="169164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A3B00"/>
                </a:solidFill>
              </a:rPr>
              <a:t>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0" y="1033272"/>
            <a:ext cx="432511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11111"/>
                </a:solidFill>
              </a:rPr>
              <a:t>Pre-Assessment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33288" y="1828800"/>
            <a:ext cx="6071616" cy="4617720"/>
          </a:xfrm>
          <a:prstGeom prst="roundRect">
            <a:avLst/>
          </a:prstGeom>
          <a:solidFill>
            <a:srgbClr val="F5FA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80" y="1975104"/>
            <a:ext cx="5742432" cy="4325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>⭐ Your Task</a:t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>☑️ Write the ratio.</a:t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>☑️ Show your model.</a:t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>☑️ Find the unit rate.</a:t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>💬 Sentence:</a:t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>‘The unit rate means ____ per 1 ____.’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