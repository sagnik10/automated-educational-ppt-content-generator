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9829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0" b="1">
                <a:solidFill>
                  <a:srgbClr val="FFFFFF"/>
                </a:solidFill>
              </a:rPr>
              <a:t>RATIOS 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829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</a:rPr>
              <a:t>GRADE 7  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Unit Rates with Fractions  ➗  (Slow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Today’s Goal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LO: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Find unit rate (per 1) with fractions.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Success ✅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Name numerator &amp; denominator.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Find a unit rate.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Explain in words.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ATL: 💬 Communication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IB: 🧠 Thinker, Communicator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UAE: 🏗️ Construction quantities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Bell Ringer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0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⭐ Quick Start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Step 1: Read.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Step 2: Circle numbers.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Step 3: Write a fraction.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Step 4: Find “per 1”.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💬 Share: What does “per 1” mean?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Learning Objective  🎯  (Step-by-step)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Learning Objective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We will…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Use fractions to find unit rates.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Success ✅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Aspire: whole ÷ fraction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Grow: unit rates with fractions/decimals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Succeed: explain with units + context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Skills 💬🧠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Thinking • Communication • Self-Management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Learning Objective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0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✍️ We practice slowly.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✅ I can: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write a ratio as a fraction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divide to get a unit rate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add units (AED, km, kg, …)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🌟 Unit rate = “for 1”.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Key Vocabulary  📚  (Say it + draw 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Words to Know 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Vocabulary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Ratio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Unit Rate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Fraction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Proportion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Numerator / Denominator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Tip ⭐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Numerator = top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Denominator = bottom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Key Vocabulary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0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🎲 Make it fun!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Write each word.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Draw a tiny picture.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Say it out loud.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Example: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Unit rate = “per 1”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Engage  💬  (Talk + examples)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Success Steps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1) Read 👀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2) Write fraction ➗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3) Divide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4) Say unit + meaning 💬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UAE Link 🏗️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materials per 1 room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paint per 1 wall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cost per 1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Engage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0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💬 Talk Time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Question: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When do we use unit rates?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⭐ Examples: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AED per 1 item 🛍️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km per 1 hour 🚗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liters per 1 day 💧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👫 Share one example.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Pre-Assessment  ✍️  (Try with a model)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Pre-Assessment ✍️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Think 🧠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Why does “per 1 hour” change the value?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Draw 🎨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a bar model OR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a ratio table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Use slow steps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Pre-Assessment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0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⭐ Your Task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Write the ratio.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Show your model.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Find the unit rate.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💬 Sentence: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‘The unit rate means ____ per 1 ____.’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Lesson 3-2  Connect Percent and Proportion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6858000" cy="265176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115568"/>
            <a:ext cx="667512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52144"/>
            <a:ext cx="649224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A3B00"/>
                </a:solidFill>
              </a:rPr>
              <a:t>Solve &amp; Discuss It!  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83080"/>
            <a:ext cx="585216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C2238"/>
                </a:solidFill>
              </a:rPr>
              <a:t>⭐ Read the problem.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0C2238"/>
                </a:solidFill>
              </a:rPr>
              <a:t>☑️ Draw a quick model.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0C2238"/>
                </a:solidFill>
              </a:rPr>
              <a:t>☑️ Write a proportion.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0C2238"/>
                </a:solidFill>
              </a:rPr>
              <a:t>💬 Explain your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005840"/>
            <a:ext cx="3657600" cy="265176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188720"/>
            <a:ext cx="338328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D1B0D"/>
                </a:solidFill>
              </a:rPr>
              <a:t>I can…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D1B0D"/>
                </a:solidFill>
              </a:rPr>
              <a:t>use proportions to solve percent problems. 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10744200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069080"/>
            <a:ext cx="10469880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96512"/>
            <a:ext cx="101955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238"/>
                </a:solidFill>
              </a:rPr>
              <a:t>Focus on Math Practices  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10195560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✅ Make Sense and Persevere: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Explain your thinking using words and a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Use a Proportion to Find the Percent  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60120"/>
            <a:ext cx="71780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97280"/>
            <a:ext cx="6903720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15568"/>
            <a:ext cx="662940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238"/>
                </a:solidFill>
              </a:rPr>
              <a:t>EXAMPLE 1  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676656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Problem: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Emily made 9 shots out of 12.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What percent did she make?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☑️ Part / Whole = Percent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960120"/>
            <a:ext cx="4114800" cy="2468880"/>
          </a:xfrm>
          <a:prstGeom prst="roundRect">
            <a:avLst/>
          </a:prstGeom>
          <a:solidFill>
            <a:srgbClr val="E8F5E9"/>
          </a:solidFill>
          <a:ln w="203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143000"/>
            <a:ext cx="3749039" cy="2103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Steps ✅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1) Write: 9/12 = p/100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2) Multiply: 9 × 100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3) Divide by 12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4) p = 75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Answer: 75% 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1475720" cy="297180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749039"/>
            <a:ext cx="11201400" cy="530352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67328"/>
            <a:ext cx="1092708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A3B00"/>
                </a:solidFill>
              </a:rPr>
              <a:t>Try It!  ✍️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7223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53712"/>
            <a:ext cx="6949440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Camila made 2 shots out of 5.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☑️ Write: 2/5 = p/100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☑️ Solve for p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Camila made ____ %.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Camila’s percent is ____ Emily’s.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434840"/>
            <a:ext cx="3657600" cy="201168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4553712"/>
            <a:ext cx="3383280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🧠 Quick Tip: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Multiply by 100.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Then divide.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Go slowly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Practice &amp; Problem Solving  ✍️  (One step at a 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60120"/>
            <a:ext cx="11475720" cy="640080"/>
          </a:xfrm>
          <a:prstGeom prst="roundRect">
            <a:avLst/>
          </a:prstGeom>
          <a:solidFill>
            <a:srgbClr val="FFF3C4"/>
          </a:solidFill>
          <a:ln w="1651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24128"/>
            <a:ext cx="1110996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A3B00"/>
                </a:solidFill>
              </a:rPr>
              <a:t>⭐ Directions: Try 4 questions. Use a model. Write neatly. 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147572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947672"/>
            <a:ext cx="11146536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1101852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238"/>
                </a:solidFill>
              </a:rPr>
              <a:t>Practice Box ✅ (Fill the blanks)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624328"/>
            <a:ext cx="5463540" cy="10332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697480"/>
            <a:ext cx="528066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7️⃣ 80% of 60 players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= ____ players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☑️ 80/100 × 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24244" y="2624328"/>
            <a:ext cx="5463540" cy="10332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5684" y="2697480"/>
            <a:ext cx="528066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8️⃣ 20% of 20 uniforms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= ____ uniforms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☑️ 20/100 × 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3767328"/>
            <a:ext cx="5463540" cy="10332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840480"/>
            <a:ext cx="528066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🔟 4% of 7,200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= ____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☑️ 4/100 × 7200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24244" y="3767328"/>
            <a:ext cx="5463540" cy="10332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5684" y="3840480"/>
            <a:ext cx="528066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1️⃣2️⃣ Sales tax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$40 at 4%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Tax = ____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Total = 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11475720" cy="1417320"/>
          </a:xfrm>
          <a:prstGeom prst="roundRect">
            <a:avLst/>
          </a:prstGeom>
          <a:solidFill>
            <a:srgbClr val="E8F5E9"/>
          </a:solidFill>
          <a:ln w="203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914400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🧠 Reasoning: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How does the answer change if you split first, then find the percent?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Write 1 sentence.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Assessment Practice  ✅  (Show your thinking)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60120"/>
            <a:ext cx="11475720" cy="1005840"/>
          </a:xfrm>
          <a:prstGeom prst="roundRect">
            <a:avLst/>
          </a:prstGeom>
          <a:solidFill>
            <a:srgbClr val="FFF3C4"/>
          </a:solidFill>
          <a:ln w="1651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51560"/>
            <a:ext cx="11109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4A3B00"/>
                </a:solidFill>
              </a:rPr>
              <a:t>⭐ Big Question:</a:t>
            </a:r>
          </a:p>
          <a:p>
            <a:pPr algn="l">
              <a:lnSpc>
                <a:spcPct val="112000"/>
              </a:lnSpc>
            </a:pPr>
            <a:r>
              <a:rPr sz="1800" b="1">
                <a:solidFill>
                  <a:srgbClr val="4A3B00"/>
                </a:solidFill>
              </a:rPr>
              <a:t>Who earns more in a week? Use numbers and explain. 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1475720" cy="324612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7772400" cy="2926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20️⃣ Pamela earns $20 per hour.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John earns $65 per pupil.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Pamela works 40 hours.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John has 11 pupils.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Step 1: Find Pamela’s weekly pay.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Step 2: Find John’s weekly pay.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Step 3: Compare and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240280"/>
            <a:ext cx="3200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331720"/>
            <a:ext cx="292608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C2238"/>
                </a:solidFill>
              </a:rPr>
              <a:t>✍️ Answer:</a:t>
            </a:r>
          </a:p>
          <a:p>
            <a:pPr algn="l">
              <a:lnSpc>
                <a:spcPct val="112000"/>
              </a:lnSpc>
            </a:pPr>
            <a:r>
              <a:rPr sz="1800" b="1">
                <a:solidFill>
                  <a:srgbClr val="0C2238"/>
                </a:solidFill>
              </a:rPr>
              <a:t>______________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794760"/>
            <a:ext cx="3200400" cy="15544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3886200"/>
            <a:ext cx="292608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D1B0D"/>
                </a:solidFill>
              </a:rPr>
              <a:t>✅ Check: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D1B0D"/>
                </a:solidFill>
              </a:rPr>
              <a:t>Show units ($).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D1B0D"/>
                </a:solidFill>
              </a:rPr>
              <a:t>Write one sentence.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