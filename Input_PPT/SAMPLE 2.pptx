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343" r:id="rId3"/>
    <p:sldId id="257" r:id="rId4"/>
    <p:sldId id="258" r:id="rId5"/>
    <p:sldId id="259" r:id="rId6"/>
    <p:sldId id="260" r:id="rId7"/>
    <p:sldId id="344" r:id="rId8"/>
    <p:sldId id="345" r:id="rId9"/>
    <p:sldId id="1069" r:id="rId10"/>
    <p:sldId id="1073" r:id="rId11"/>
    <p:sldId id="1085" r:id="rId12"/>
    <p:sldId id="1087" r:id="rId13"/>
    <p:sldId id="1086" r:id="rId14"/>
    <p:sldId id="1082" r:id="rId15"/>
    <p:sldId id="1079" r:id="rId16"/>
    <p:sldId id="1083" r:id="rId17"/>
    <p:sldId id="1080" r:id="rId18"/>
    <p:sldId id="1081" r:id="rId19"/>
    <p:sldId id="1099" r:id="rId20"/>
    <p:sldId id="1084" r:id="rId21"/>
    <p:sldId id="1075" r:id="rId22"/>
    <p:sldId id="1072" r:id="rId23"/>
    <p:sldId id="1094" r:id="rId24"/>
    <p:sldId id="1070" r:id="rId25"/>
    <p:sldId id="1088" r:id="rId26"/>
    <p:sldId id="1089" r:id="rId27"/>
    <p:sldId id="1095" r:id="rId28"/>
    <p:sldId id="1090" r:id="rId29"/>
    <p:sldId id="1096" r:id="rId30"/>
    <p:sldId id="1097" r:id="rId31"/>
    <p:sldId id="109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5DC42F-B7D3-448C-B0E4-D90FC709CAA2}">
          <p14:sldIdLst>
            <p14:sldId id="256"/>
          </p14:sldIdLst>
        </p14:section>
        <p14:section name="Cover Slides" id="{197FF5E7-57A8-40D7-8FA0-8A089C366947}">
          <p14:sldIdLst>
            <p14:sldId id="343"/>
            <p14:sldId id="257"/>
            <p14:sldId id="258"/>
            <p14:sldId id="259"/>
            <p14:sldId id="260"/>
            <p14:sldId id="344"/>
            <p14:sldId id="345"/>
            <p14:sldId id="1069"/>
            <p14:sldId id="1073"/>
            <p14:sldId id="1085"/>
            <p14:sldId id="1087"/>
            <p14:sldId id="1086"/>
            <p14:sldId id="1082"/>
            <p14:sldId id="1079"/>
            <p14:sldId id="1083"/>
            <p14:sldId id="1080"/>
            <p14:sldId id="1081"/>
            <p14:sldId id="1099"/>
            <p14:sldId id="1084"/>
            <p14:sldId id="1075"/>
            <p14:sldId id="1072"/>
            <p14:sldId id="1094"/>
            <p14:sldId id="1070"/>
            <p14:sldId id="1088"/>
            <p14:sldId id="1089"/>
            <p14:sldId id="1095"/>
            <p14:sldId id="1090"/>
            <p14:sldId id="1096"/>
            <p14:sldId id="1097"/>
            <p14:sldId id="1093"/>
          </p14:sldIdLst>
        </p14:section>
        <p14:section name="AFL Questions 2" id="{5F014286-39C9-4039-A5FD-90E287C0FC28}">
          <p14:sldIdLst/>
        </p14:section>
        <p14:section name="AFL Questions 1" id="{01782066-37A1-4C4D-9AF2-21872694CEA7}">
          <p14:sldIdLst/>
        </p14:section>
        <p14:section name="AFL Questions 2" id="{D4249724-9B44-49B7-BF4B-2B094D783A13}">
          <p14:sldIdLst/>
        </p14:section>
        <p14:section name="Animated Slides" id="{71C607D8-231D-4E9A-BA2E-1F4A38DCD5E9}">
          <p14:sldIdLst/>
        </p14:section>
        <p14:section name="AFL Questions 1" id="{DBCDDF0D-8FD4-47C6-BA33-895CE58888BF}">
          <p14:sldIdLst/>
        </p14:section>
        <p14:section name="AFL Questions 2" id="{F927CC17-8189-4EA7-870F-37CFF48C5ED1}">
          <p14:sldIdLst/>
        </p14:section>
        <p14:section name="Demonstration" id="{0B1A2149-16D4-46FD-9EFF-253AF7048C1D}">
          <p14:sldIdLst/>
        </p14:section>
        <p14:section name="AFL Questions" id="{550A4E2C-FBE4-437A-B526-020E25B811A0}">
          <p14:sldIdLst/>
        </p14:section>
        <p14:section name="goteachmaths" id="{F3D720CF-F566-46A6-9361-125255B68FA6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37934C-2939-4E41-971E-27E2190F5C9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50A418-F17B-4A44-94FC-6856A668A1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The quantitative relation between two amounts showing the number of times one value contains or is contained within the other:</a:t>
          </a:r>
          <a:endParaRPr lang="en-US" dirty="0"/>
        </a:p>
      </dgm:t>
    </dgm:pt>
    <dgm:pt modelId="{D03F0827-AB32-4EB4-8ABC-BB7410AD3827}" type="parTrans" cxnId="{5F5908BC-6FE5-4C9C-B941-190999E64153}">
      <dgm:prSet/>
      <dgm:spPr/>
      <dgm:t>
        <a:bodyPr/>
        <a:lstStyle/>
        <a:p>
          <a:endParaRPr lang="en-US"/>
        </a:p>
      </dgm:t>
    </dgm:pt>
    <dgm:pt modelId="{3B396FAD-1A42-494A-BF46-28B71F0878B1}" type="sibTrans" cxnId="{5F5908BC-6FE5-4C9C-B941-190999E64153}">
      <dgm:prSet/>
      <dgm:spPr/>
      <dgm:t>
        <a:bodyPr/>
        <a:lstStyle/>
        <a:p>
          <a:endParaRPr lang="en-US"/>
        </a:p>
      </dgm:t>
    </dgm:pt>
    <dgm:pt modelId="{8656BF72-F681-4DE8-9E49-0B2255AD36DB}">
      <dgm:prSet/>
      <dgm:spPr/>
      <dgm:t>
        <a:bodyPr/>
        <a:lstStyle/>
        <a:p>
          <a:pPr algn="l">
            <a:lnSpc>
              <a:spcPct val="100000"/>
            </a:lnSpc>
          </a:pPr>
          <a:r>
            <a:rPr lang="en-US" b="1" dirty="0"/>
            <a:t>EXAMPLES</a:t>
          </a:r>
          <a:endParaRPr lang="en-US" dirty="0"/>
        </a:p>
      </dgm:t>
    </dgm:pt>
    <dgm:pt modelId="{95FA7193-74AB-4513-BF56-94E27CB116B8}" type="parTrans" cxnId="{6A7D4F60-C633-457D-9538-050BD2E54955}">
      <dgm:prSet/>
      <dgm:spPr/>
      <dgm:t>
        <a:bodyPr/>
        <a:lstStyle/>
        <a:p>
          <a:endParaRPr lang="en-US"/>
        </a:p>
      </dgm:t>
    </dgm:pt>
    <dgm:pt modelId="{F7454C36-62E9-49BB-BC3A-04744A06F03F}" type="sibTrans" cxnId="{6A7D4F60-C633-457D-9538-050BD2E54955}">
      <dgm:prSet/>
      <dgm:spPr/>
      <dgm:t>
        <a:bodyPr/>
        <a:lstStyle/>
        <a:p>
          <a:endParaRPr lang="en-US"/>
        </a:p>
      </dgm:t>
    </dgm:pt>
    <dgm:pt modelId="{C800BFFE-512B-4201-87ED-70CD17E7C4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"the ratio of computers to students is now 2 to 1"</a:t>
          </a:r>
          <a:endParaRPr lang="en-US"/>
        </a:p>
      </dgm:t>
    </dgm:pt>
    <dgm:pt modelId="{08B2A70A-3A4E-497F-8FCA-B2DA11F26AD0}" type="parTrans" cxnId="{749EA5BA-7A43-48CD-87BB-AECA3477883E}">
      <dgm:prSet/>
      <dgm:spPr/>
      <dgm:t>
        <a:bodyPr/>
        <a:lstStyle/>
        <a:p>
          <a:endParaRPr lang="en-US"/>
        </a:p>
      </dgm:t>
    </dgm:pt>
    <dgm:pt modelId="{109C9343-C08F-4929-B813-9502F7C57927}" type="sibTrans" cxnId="{749EA5BA-7A43-48CD-87BB-AECA3477883E}">
      <dgm:prSet/>
      <dgm:spPr/>
      <dgm:t>
        <a:bodyPr/>
        <a:lstStyle/>
        <a:p>
          <a:endParaRPr lang="en-US"/>
        </a:p>
      </dgm:t>
    </dgm:pt>
    <dgm:pt modelId="{98956D2B-012D-4E11-94B0-5953058EDD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"the ratio of average prices to average salaries is at its lowest number for years"</a:t>
          </a:r>
          <a:endParaRPr lang="en-US"/>
        </a:p>
      </dgm:t>
    </dgm:pt>
    <dgm:pt modelId="{53328AFE-054F-4228-9A36-B1CC2953F02C}" type="parTrans" cxnId="{F93056F0-474D-4E73-94DE-2B1CB712D166}">
      <dgm:prSet/>
      <dgm:spPr/>
      <dgm:t>
        <a:bodyPr/>
        <a:lstStyle/>
        <a:p>
          <a:endParaRPr lang="en-US"/>
        </a:p>
      </dgm:t>
    </dgm:pt>
    <dgm:pt modelId="{ABD986C3-BC08-41C6-8638-0CEC880C3A82}" type="sibTrans" cxnId="{F93056F0-474D-4E73-94DE-2B1CB712D166}">
      <dgm:prSet/>
      <dgm:spPr/>
      <dgm:t>
        <a:bodyPr/>
        <a:lstStyle/>
        <a:p>
          <a:endParaRPr lang="en-US"/>
        </a:p>
      </dgm:t>
    </dgm:pt>
    <dgm:pt modelId="{E1F52BB0-6915-4B3A-9CFC-3CB3678F4AD1}" type="pres">
      <dgm:prSet presAssocID="{FF37934C-2939-4E41-971E-27E2190F5C92}" presName="root" presStyleCnt="0">
        <dgm:presLayoutVars>
          <dgm:dir/>
          <dgm:resizeHandles val="exact"/>
        </dgm:presLayoutVars>
      </dgm:prSet>
      <dgm:spPr/>
    </dgm:pt>
    <dgm:pt modelId="{6540775A-67B6-47F7-88CE-5AF3DB2EEF00}" type="pres">
      <dgm:prSet presAssocID="{C750A418-F17B-4A44-94FC-6856A668A181}" presName="compNode" presStyleCnt="0"/>
      <dgm:spPr/>
    </dgm:pt>
    <dgm:pt modelId="{2D98B209-FBDC-4690-8C23-F3585B5A12CD}" type="pres">
      <dgm:prSet presAssocID="{C750A418-F17B-4A44-94FC-6856A668A181}" presName="bgRect" presStyleLbl="bgShp" presStyleIdx="0" presStyleCnt="4"/>
      <dgm:spPr/>
    </dgm:pt>
    <dgm:pt modelId="{262B9AB6-2036-41B4-8ED8-AC76F1091EA2}" type="pres">
      <dgm:prSet presAssocID="{C750A418-F17B-4A44-94FC-6856A668A18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8C4D369-FB62-435B-97D9-5BC850C9FB4A}" type="pres">
      <dgm:prSet presAssocID="{C750A418-F17B-4A44-94FC-6856A668A181}" presName="spaceRect" presStyleCnt="0"/>
      <dgm:spPr/>
    </dgm:pt>
    <dgm:pt modelId="{3BC489B1-AFA6-42AD-92FE-A7F1ABE8F568}" type="pres">
      <dgm:prSet presAssocID="{C750A418-F17B-4A44-94FC-6856A668A181}" presName="parTx" presStyleLbl="revTx" presStyleIdx="0" presStyleCnt="4">
        <dgm:presLayoutVars>
          <dgm:chMax val="0"/>
          <dgm:chPref val="0"/>
        </dgm:presLayoutVars>
      </dgm:prSet>
      <dgm:spPr/>
    </dgm:pt>
    <dgm:pt modelId="{D8D5FD38-B264-48B3-A695-BE4170AA3E61}" type="pres">
      <dgm:prSet presAssocID="{3B396FAD-1A42-494A-BF46-28B71F0878B1}" presName="sibTrans" presStyleCnt="0"/>
      <dgm:spPr/>
    </dgm:pt>
    <dgm:pt modelId="{43A9A44F-4F68-43CC-BD6E-94271734381D}" type="pres">
      <dgm:prSet presAssocID="{8656BF72-F681-4DE8-9E49-0B2255AD36DB}" presName="compNode" presStyleCnt="0"/>
      <dgm:spPr/>
    </dgm:pt>
    <dgm:pt modelId="{67AE550A-9006-49BB-8F9E-84C0430487AD}" type="pres">
      <dgm:prSet presAssocID="{8656BF72-F681-4DE8-9E49-0B2255AD36DB}" presName="bgRect" presStyleLbl="bgShp" presStyleIdx="1" presStyleCnt="4"/>
      <dgm:spPr/>
    </dgm:pt>
    <dgm:pt modelId="{74B616A9-D6B7-4475-9001-74BD70DC55D9}" type="pres">
      <dgm:prSet presAssocID="{8656BF72-F681-4DE8-9E49-0B2255AD36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7B296D6-813D-4362-BE1C-50B77B131BB6}" type="pres">
      <dgm:prSet presAssocID="{8656BF72-F681-4DE8-9E49-0B2255AD36DB}" presName="spaceRect" presStyleCnt="0"/>
      <dgm:spPr/>
    </dgm:pt>
    <dgm:pt modelId="{E8FBDEE5-37DC-476D-AA50-487BD965F848}" type="pres">
      <dgm:prSet presAssocID="{8656BF72-F681-4DE8-9E49-0B2255AD36DB}" presName="parTx" presStyleLbl="revTx" presStyleIdx="1" presStyleCnt="4">
        <dgm:presLayoutVars>
          <dgm:chMax val="0"/>
          <dgm:chPref val="0"/>
        </dgm:presLayoutVars>
      </dgm:prSet>
      <dgm:spPr/>
    </dgm:pt>
    <dgm:pt modelId="{8CB8653F-24E5-4609-A761-8AB1D0D21398}" type="pres">
      <dgm:prSet presAssocID="{F7454C36-62E9-49BB-BC3A-04744A06F03F}" presName="sibTrans" presStyleCnt="0"/>
      <dgm:spPr/>
    </dgm:pt>
    <dgm:pt modelId="{40979B79-6B43-41E7-8AC5-FC643B78FFBF}" type="pres">
      <dgm:prSet presAssocID="{C800BFFE-512B-4201-87ED-70CD17E7C443}" presName="compNode" presStyleCnt="0"/>
      <dgm:spPr/>
    </dgm:pt>
    <dgm:pt modelId="{B5018C62-A063-43F0-96F2-BBE7CBDC6D7F}" type="pres">
      <dgm:prSet presAssocID="{C800BFFE-512B-4201-87ED-70CD17E7C443}" presName="bgRect" presStyleLbl="bgShp" presStyleIdx="2" presStyleCnt="4"/>
      <dgm:spPr/>
    </dgm:pt>
    <dgm:pt modelId="{9BFD12D6-DE6B-4CB0-84BB-A5DCCE7D173F}" type="pres">
      <dgm:prSet presAssocID="{C800BFFE-512B-4201-87ED-70CD17E7C44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12C79AFE-CA55-484A-8BCC-B8A697BFF0E0}" type="pres">
      <dgm:prSet presAssocID="{C800BFFE-512B-4201-87ED-70CD17E7C443}" presName="spaceRect" presStyleCnt="0"/>
      <dgm:spPr/>
    </dgm:pt>
    <dgm:pt modelId="{D51ED2A6-20BB-41F2-A550-F6553D321F0F}" type="pres">
      <dgm:prSet presAssocID="{C800BFFE-512B-4201-87ED-70CD17E7C443}" presName="parTx" presStyleLbl="revTx" presStyleIdx="2" presStyleCnt="4">
        <dgm:presLayoutVars>
          <dgm:chMax val="0"/>
          <dgm:chPref val="0"/>
        </dgm:presLayoutVars>
      </dgm:prSet>
      <dgm:spPr/>
    </dgm:pt>
    <dgm:pt modelId="{662128B5-E6BF-4F12-9B1C-3F15200B84AE}" type="pres">
      <dgm:prSet presAssocID="{109C9343-C08F-4929-B813-9502F7C57927}" presName="sibTrans" presStyleCnt="0"/>
      <dgm:spPr/>
    </dgm:pt>
    <dgm:pt modelId="{5AF7905F-240E-4E4D-BE3B-CF8FCAA4651C}" type="pres">
      <dgm:prSet presAssocID="{98956D2B-012D-4E11-94B0-5953058EDD68}" presName="compNode" presStyleCnt="0"/>
      <dgm:spPr/>
    </dgm:pt>
    <dgm:pt modelId="{AD8C0195-F6F5-4BFA-8E83-AB5F064EBB34}" type="pres">
      <dgm:prSet presAssocID="{98956D2B-012D-4E11-94B0-5953058EDD68}" presName="bgRect" presStyleLbl="bgShp" presStyleIdx="3" presStyleCnt="4"/>
      <dgm:spPr/>
    </dgm:pt>
    <dgm:pt modelId="{7858EACF-AF76-4593-AB7B-5301D4279898}" type="pres">
      <dgm:prSet presAssocID="{98956D2B-012D-4E11-94B0-5953058EDD6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6523BF7-C82C-4734-8A0F-8E3DAAAB4621}" type="pres">
      <dgm:prSet presAssocID="{98956D2B-012D-4E11-94B0-5953058EDD68}" presName="spaceRect" presStyleCnt="0"/>
      <dgm:spPr/>
    </dgm:pt>
    <dgm:pt modelId="{CDD33BBA-617B-4BD1-8BB8-DB5270E44491}" type="pres">
      <dgm:prSet presAssocID="{98956D2B-012D-4E11-94B0-5953058EDD6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46C6924-B5F0-484D-B9F7-532668B32D91}" type="presOf" srcId="{C750A418-F17B-4A44-94FC-6856A668A181}" destId="{3BC489B1-AFA6-42AD-92FE-A7F1ABE8F568}" srcOrd="0" destOrd="0" presId="urn:microsoft.com/office/officeart/2018/2/layout/IconVerticalSolidList"/>
    <dgm:cxn modelId="{185F4231-B3D8-418B-9C2B-5C18F9E679DB}" type="presOf" srcId="{98956D2B-012D-4E11-94B0-5953058EDD68}" destId="{CDD33BBA-617B-4BD1-8BB8-DB5270E44491}" srcOrd="0" destOrd="0" presId="urn:microsoft.com/office/officeart/2018/2/layout/IconVerticalSolidList"/>
    <dgm:cxn modelId="{6A7D4F60-C633-457D-9538-050BD2E54955}" srcId="{FF37934C-2939-4E41-971E-27E2190F5C92}" destId="{8656BF72-F681-4DE8-9E49-0B2255AD36DB}" srcOrd="1" destOrd="0" parTransId="{95FA7193-74AB-4513-BF56-94E27CB116B8}" sibTransId="{F7454C36-62E9-49BB-BC3A-04744A06F03F}"/>
    <dgm:cxn modelId="{8D08409C-C34F-4065-A07A-CBF5C8C5151C}" type="presOf" srcId="{8656BF72-F681-4DE8-9E49-0B2255AD36DB}" destId="{E8FBDEE5-37DC-476D-AA50-487BD965F848}" srcOrd="0" destOrd="0" presId="urn:microsoft.com/office/officeart/2018/2/layout/IconVerticalSolidList"/>
    <dgm:cxn modelId="{749EA5BA-7A43-48CD-87BB-AECA3477883E}" srcId="{FF37934C-2939-4E41-971E-27E2190F5C92}" destId="{C800BFFE-512B-4201-87ED-70CD17E7C443}" srcOrd="2" destOrd="0" parTransId="{08B2A70A-3A4E-497F-8FCA-B2DA11F26AD0}" sibTransId="{109C9343-C08F-4929-B813-9502F7C57927}"/>
    <dgm:cxn modelId="{5F5908BC-6FE5-4C9C-B941-190999E64153}" srcId="{FF37934C-2939-4E41-971E-27E2190F5C92}" destId="{C750A418-F17B-4A44-94FC-6856A668A181}" srcOrd="0" destOrd="0" parTransId="{D03F0827-AB32-4EB4-8ABC-BB7410AD3827}" sibTransId="{3B396FAD-1A42-494A-BF46-28B71F0878B1}"/>
    <dgm:cxn modelId="{4FDFB2DF-249C-48B1-84CE-0D5286B9E771}" type="presOf" srcId="{C800BFFE-512B-4201-87ED-70CD17E7C443}" destId="{D51ED2A6-20BB-41F2-A550-F6553D321F0F}" srcOrd="0" destOrd="0" presId="urn:microsoft.com/office/officeart/2018/2/layout/IconVerticalSolidList"/>
    <dgm:cxn modelId="{E3224EED-D469-4B47-B4E8-2426C1B051F3}" type="presOf" srcId="{FF37934C-2939-4E41-971E-27E2190F5C92}" destId="{E1F52BB0-6915-4B3A-9CFC-3CB3678F4AD1}" srcOrd="0" destOrd="0" presId="urn:microsoft.com/office/officeart/2018/2/layout/IconVerticalSolidList"/>
    <dgm:cxn modelId="{F93056F0-474D-4E73-94DE-2B1CB712D166}" srcId="{FF37934C-2939-4E41-971E-27E2190F5C92}" destId="{98956D2B-012D-4E11-94B0-5953058EDD68}" srcOrd="3" destOrd="0" parTransId="{53328AFE-054F-4228-9A36-B1CC2953F02C}" sibTransId="{ABD986C3-BC08-41C6-8638-0CEC880C3A82}"/>
    <dgm:cxn modelId="{FEF20636-CC5A-45FC-95A8-F2FB4EBA8B55}" type="presParOf" srcId="{E1F52BB0-6915-4B3A-9CFC-3CB3678F4AD1}" destId="{6540775A-67B6-47F7-88CE-5AF3DB2EEF00}" srcOrd="0" destOrd="0" presId="urn:microsoft.com/office/officeart/2018/2/layout/IconVerticalSolidList"/>
    <dgm:cxn modelId="{E587F4CF-4229-4202-899D-2C908F647385}" type="presParOf" srcId="{6540775A-67B6-47F7-88CE-5AF3DB2EEF00}" destId="{2D98B209-FBDC-4690-8C23-F3585B5A12CD}" srcOrd="0" destOrd="0" presId="urn:microsoft.com/office/officeart/2018/2/layout/IconVerticalSolidList"/>
    <dgm:cxn modelId="{44331617-B301-4225-AA5E-E8045193B3E8}" type="presParOf" srcId="{6540775A-67B6-47F7-88CE-5AF3DB2EEF00}" destId="{262B9AB6-2036-41B4-8ED8-AC76F1091EA2}" srcOrd="1" destOrd="0" presId="urn:microsoft.com/office/officeart/2018/2/layout/IconVerticalSolidList"/>
    <dgm:cxn modelId="{358D2183-C382-48C4-97FE-53302A10A6E3}" type="presParOf" srcId="{6540775A-67B6-47F7-88CE-5AF3DB2EEF00}" destId="{18C4D369-FB62-435B-97D9-5BC850C9FB4A}" srcOrd="2" destOrd="0" presId="urn:microsoft.com/office/officeart/2018/2/layout/IconVerticalSolidList"/>
    <dgm:cxn modelId="{1F20A101-24B1-4F39-8121-D2A769283C3E}" type="presParOf" srcId="{6540775A-67B6-47F7-88CE-5AF3DB2EEF00}" destId="{3BC489B1-AFA6-42AD-92FE-A7F1ABE8F568}" srcOrd="3" destOrd="0" presId="urn:microsoft.com/office/officeart/2018/2/layout/IconVerticalSolidList"/>
    <dgm:cxn modelId="{0E759E9D-16BD-45C2-8E0D-52CE439F81C5}" type="presParOf" srcId="{E1F52BB0-6915-4B3A-9CFC-3CB3678F4AD1}" destId="{D8D5FD38-B264-48B3-A695-BE4170AA3E61}" srcOrd="1" destOrd="0" presId="urn:microsoft.com/office/officeart/2018/2/layout/IconVerticalSolidList"/>
    <dgm:cxn modelId="{097A8CBB-44DD-4303-B9DB-1F385ADCAB9E}" type="presParOf" srcId="{E1F52BB0-6915-4B3A-9CFC-3CB3678F4AD1}" destId="{43A9A44F-4F68-43CC-BD6E-94271734381D}" srcOrd="2" destOrd="0" presId="urn:microsoft.com/office/officeart/2018/2/layout/IconVerticalSolidList"/>
    <dgm:cxn modelId="{21614CCE-6A43-40E3-B53F-7179AF1F45E9}" type="presParOf" srcId="{43A9A44F-4F68-43CC-BD6E-94271734381D}" destId="{67AE550A-9006-49BB-8F9E-84C0430487AD}" srcOrd="0" destOrd="0" presId="urn:microsoft.com/office/officeart/2018/2/layout/IconVerticalSolidList"/>
    <dgm:cxn modelId="{1C1144B5-9E8C-4D25-B60E-B6A085D74AFB}" type="presParOf" srcId="{43A9A44F-4F68-43CC-BD6E-94271734381D}" destId="{74B616A9-D6B7-4475-9001-74BD70DC55D9}" srcOrd="1" destOrd="0" presId="urn:microsoft.com/office/officeart/2018/2/layout/IconVerticalSolidList"/>
    <dgm:cxn modelId="{4DCC78C4-2F60-417F-8427-A63747D9E65E}" type="presParOf" srcId="{43A9A44F-4F68-43CC-BD6E-94271734381D}" destId="{27B296D6-813D-4362-BE1C-50B77B131BB6}" srcOrd="2" destOrd="0" presId="urn:microsoft.com/office/officeart/2018/2/layout/IconVerticalSolidList"/>
    <dgm:cxn modelId="{8829C448-CEDA-45DE-A175-AF0D68CD7C8F}" type="presParOf" srcId="{43A9A44F-4F68-43CC-BD6E-94271734381D}" destId="{E8FBDEE5-37DC-476D-AA50-487BD965F848}" srcOrd="3" destOrd="0" presId="urn:microsoft.com/office/officeart/2018/2/layout/IconVerticalSolidList"/>
    <dgm:cxn modelId="{DDB0EAAC-D082-4624-A1C6-8D81C0A2ACFB}" type="presParOf" srcId="{E1F52BB0-6915-4B3A-9CFC-3CB3678F4AD1}" destId="{8CB8653F-24E5-4609-A761-8AB1D0D21398}" srcOrd="3" destOrd="0" presId="urn:microsoft.com/office/officeart/2018/2/layout/IconVerticalSolidList"/>
    <dgm:cxn modelId="{B8294759-6B42-4BD2-81A1-C6BEB53CADD7}" type="presParOf" srcId="{E1F52BB0-6915-4B3A-9CFC-3CB3678F4AD1}" destId="{40979B79-6B43-41E7-8AC5-FC643B78FFBF}" srcOrd="4" destOrd="0" presId="urn:microsoft.com/office/officeart/2018/2/layout/IconVerticalSolidList"/>
    <dgm:cxn modelId="{36386ABA-F9DD-4DFA-AE10-3CE98A0F94EE}" type="presParOf" srcId="{40979B79-6B43-41E7-8AC5-FC643B78FFBF}" destId="{B5018C62-A063-43F0-96F2-BBE7CBDC6D7F}" srcOrd="0" destOrd="0" presId="urn:microsoft.com/office/officeart/2018/2/layout/IconVerticalSolidList"/>
    <dgm:cxn modelId="{D5917F2D-A300-49B0-8321-ACA156EE4888}" type="presParOf" srcId="{40979B79-6B43-41E7-8AC5-FC643B78FFBF}" destId="{9BFD12D6-DE6B-4CB0-84BB-A5DCCE7D173F}" srcOrd="1" destOrd="0" presId="urn:microsoft.com/office/officeart/2018/2/layout/IconVerticalSolidList"/>
    <dgm:cxn modelId="{44F8D4E8-6CEA-460A-8B36-6307F8B3282B}" type="presParOf" srcId="{40979B79-6B43-41E7-8AC5-FC643B78FFBF}" destId="{12C79AFE-CA55-484A-8BCC-B8A697BFF0E0}" srcOrd="2" destOrd="0" presId="urn:microsoft.com/office/officeart/2018/2/layout/IconVerticalSolidList"/>
    <dgm:cxn modelId="{D3EAD811-9C99-4CCF-B9A9-CB4742835FC1}" type="presParOf" srcId="{40979B79-6B43-41E7-8AC5-FC643B78FFBF}" destId="{D51ED2A6-20BB-41F2-A550-F6553D321F0F}" srcOrd="3" destOrd="0" presId="urn:microsoft.com/office/officeart/2018/2/layout/IconVerticalSolidList"/>
    <dgm:cxn modelId="{575D6809-668E-4B76-B1EC-F29877F4FEDC}" type="presParOf" srcId="{E1F52BB0-6915-4B3A-9CFC-3CB3678F4AD1}" destId="{662128B5-E6BF-4F12-9B1C-3F15200B84AE}" srcOrd="5" destOrd="0" presId="urn:microsoft.com/office/officeart/2018/2/layout/IconVerticalSolidList"/>
    <dgm:cxn modelId="{A874207D-8C75-416A-BE01-1002D9F36949}" type="presParOf" srcId="{E1F52BB0-6915-4B3A-9CFC-3CB3678F4AD1}" destId="{5AF7905F-240E-4E4D-BE3B-CF8FCAA4651C}" srcOrd="6" destOrd="0" presId="urn:microsoft.com/office/officeart/2018/2/layout/IconVerticalSolidList"/>
    <dgm:cxn modelId="{5CB7DD10-C4DB-43A7-B899-A17671C02B93}" type="presParOf" srcId="{5AF7905F-240E-4E4D-BE3B-CF8FCAA4651C}" destId="{AD8C0195-F6F5-4BFA-8E83-AB5F064EBB34}" srcOrd="0" destOrd="0" presId="urn:microsoft.com/office/officeart/2018/2/layout/IconVerticalSolidList"/>
    <dgm:cxn modelId="{5B775EA4-B859-4C0F-AB64-A8739EC761EB}" type="presParOf" srcId="{5AF7905F-240E-4E4D-BE3B-CF8FCAA4651C}" destId="{7858EACF-AF76-4593-AB7B-5301D4279898}" srcOrd="1" destOrd="0" presId="urn:microsoft.com/office/officeart/2018/2/layout/IconVerticalSolidList"/>
    <dgm:cxn modelId="{78D06F66-9B99-4731-84B5-84E230781D0A}" type="presParOf" srcId="{5AF7905F-240E-4E4D-BE3B-CF8FCAA4651C}" destId="{E6523BF7-C82C-4734-8A0F-8E3DAAAB4621}" srcOrd="2" destOrd="0" presId="urn:microsoft.com/office/officeart/2018/2/layout/IconVerticalSolidList"/>
    <dgm:cxn modelId="{D5C769C7-3155-4CFA-BE5D-8551F94B0107}" type="presParOf" srcId="{5AF7905F-240E-4E4D-BE3B-CF8FCAA4651C}" destId="{CDD33BBA-617B-4BD1-8BB8-DB5270E444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</a:t>
          </a:r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</a:t>
          </a:r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</a:t>
          </a:r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</a:t>
          </a:r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</a:t>
          </a:r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</a:t>
          </a:r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</a:t>
          </a:r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</a:t>
          </a:r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</a:t>
          </a:r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</a:t>
          </a:r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</a:t>
          </a:r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UAE LINK 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FBF110E-B5AD-40C4-9338-FD28C42F0E31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>
              <a:solidFill>
                <a:schemeClr val="tx1"/>
              </a:solidFill>
              <a:latin typeface="Candara" panose="020E0502030303020204" pitchFamily="34" charset="0"/>
            </a:rPr>
            <a:t>UAE LINK : </a:t>
          </a:r>
          <a:r>
            <a:rPr lang="en-US" sz="140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E935675E-0341-4F79-B476-B8D569816E51}" type="parTrans" cxnId="{2DC353E7-24D7-4F2F-BC9F-50B3E854E545}">
      <dgm:prSet/>
      <dgm:spPr/>
    </dgm:pt>
    <dgm:pt modelId="{8AD951B6-C1F0-4664-90C4-2E485453A351}" type="sibTrans" cxnId="{2DC353E7-24D7-4F2F-BC9F-50B3E854E545}">
      <dgm:prSet/>
      <dgm:spPr/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9F183FA3-D775-4B58-8622-EF048D58F270}" type="pres">
      <dgm:prSet presAssocID="{6495A4CF-DEE3-4B82-9F37-9ECBF33614EE}" presName="sibTrans" presStyleLbl="sibTrans2D1" presStyleIdx="1" presStyleCnt="2"/>
      <dgm:spPr/>
    </dgm:pt>
    <dgm:pt modelId="{C580688B-6FED-4E82-95F5-0B4C058BABC2}" type="pres">
      <dgm:prSet presAssocID="{6495A4CF-DEE3-4B82-9F37-9ECBF33614EE}" presName="connectorText" presStyleLbl="sibTrans2D1" presStyleIdx="1" presStyleCnt="2"/>
      <dgm:spPr/>
    </dgm:pt>
    <dgm:pt modelId="{DB264D64-8F27-45BE-A126-69FB10B45161}" type="pres">
      <dgm:prSet presAssocID="{6FBF110E-B5AD-40C4-9338-FD28C42F0E31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0A021632-7152-4A4F-8D5D-C0C67C69B2C2}" type="presOf" srcId="{6495A4CF-DEE3-4B82-9F37-9ECBF33614EE}" destId="{C580688B-6FED-4E82-95F5-0B4C058BABC2}" srcOrd="1" destOrd="0" presId="urn:microsoft.com/office/officeart/2005/8/layout/process2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0A47F13A-5AA3-422E-927E-9E27AF35E3D2}" type="presOf" srcId="{6495A4CF-DEE3-4B82-9F37-9ECBF33614EE}" destId="{9F183FA3-D775-4B58-8622-EF048D58F270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2DC353E7-24D7-4F2F-BC9F-50B3E854E545}" srcId="{3A05284A-37B8-400F-9461-412C922F21E4}" destId="{6FBF110E-B5AD-40C4-9338-FD28C42F0E31}" srcOrd="2" destOrd="0" parTransId="{E935675E-0341-4F79-B476-B8D569816E51}" sibTransId="{8AD951B6-C1F0-4664-90C4-2E485453A351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804CD8F5-9ADE-438D-A6A3-1F326E496DFA}" type="presOf" srcId="{6FBF110E-B5AD-40C4-9338-FD28C42F0E31}" destId="{DB264D64-8F27-45BE-A126-69FB10B45161}" srcOrd="0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1387671E-435D-4BFB-8CF6-0CAA36C4355A}" type="presParOf" srcId="{6B913D74-5031-4CFA-AA94-EFBAC65AF847}" destId="{9F183FA3-D775-4B58-8622-EF048D58F270}" srcOrd="3" destOrd="0" presId="urn:microsoft.com/office/officeart/2005/8/layout/process2"/>
    <dgm:cxn modelId="{BD0993A5-7D36-4AB5-8249-97139E0E47D8}" type="presParOf" srcId="{9F183FA3-D775-4B58-8622-EF048D58F270}" destId="{C580688B-6FED-4E82-95F5-0B4C058BABC2}" srcOrd="0" destOrd="0" presId="urn:microsoft.com/office/officeart/2005/8/layout/process2"/>
    <dgm:cxn modelId="{6BF376F7-4FD8-4019-B309-08A3A6995BD3}" type="presParOf" srcId="{6B913D74-5031-4CFA-AA94-EFBAC65AF847}" destId="{DB264D64-8F27-45BE-A126-69FB10B45161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rate.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UAE LINK 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solidFill>
              <a:schemeClr val="tx1"/>
            </a:solidFill>
            <a:latin typeface="Abadi" panose="020F050202020403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rate.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</a:t>
          </a:r>
          <a:r>
            <a:rPr lang="en-US" sz="1400" b="1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A05284A-37B8-400F-9461-412C922F21E4}" type="doc">
      <dgm:prSet loTypeId="urn:microsoft.com/office/officeart/2005/8/layout/process2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F630778-B7F7-461A-9366-88270EA7C2FD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solidFill>
          <a:srgbClr val="FFCCFF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8A8492B7-726C-478B-B803-69370CB27EF3}" type="parTrans" cxnId="{BF8AAAE0-2580-4C9F-A79F-CEC8DEAFCBF5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92A6CDF3-C868-4082-97FE-CBB81D0C24CC}" type="sibTrans" cxnId="{BF8AAAE0-2580-4C9F-A79F-CEC8DEAFCBF5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3C99FEC7-1552-49A6-A49F-B47A62CC9C15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baseline="0" dirty="0">
              <a:latin typeface="Candara" panose="020E0502030303020204" pitchFamily="34" charset="0"/>
            </a:rPr>
            <a:t> </a:t>
          </a:r>
          <a:endParaRPr lang="en-US" sz="1400" b="1" dirty="0">
            <a:latin typeface="Candara" panose="020E0502030303020204" pitchFamily="34" charset="0"/>
          </a:endParaRPr>
        </a:p>
      </dgm:t>
    </dgm:pt>
    <dgm:pt modelId="{2A4F0823-D49F-4B6D-9B9C-CA3385A42E69}" type="parTrans" cxnId="{5E9BD7A8-BF95-4DBE-A7F9-53B096765FE7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495A4CF-DEE3-4B82-9F37-9ECBF33614EE}" type="sibTrans" cxnId="{5E9BD7A8-BF95-4DBE-A7F9-53B096765FE7}">
      <dgm:prSet custT="1"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0FA6B887-6893-4753-B9DF-B65873FC7302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accent6">
            <a:lumMod val="40000"/>
            <a:lumOff val="6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b="1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dirty="0">
            <a:latin typeface="Candara" panose="020E0502030303020204" pitchFamily="34" charset="0"/>
          </a:endParaRPr>
        </a:p>
      </dgm:t>
    </dgm:pt>
    <dgm:pt modelId="{BB32241F-AC75-4EC5-822B-A590B6B363BE}" type="par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477F00CA-493B-472A-A3E2-1AC21DA7BF02}" type="sibTrans" cxnId="{8613932A-4B1C-4A10-AF4C-59D2DA58369B}">
      <dgm:prSet/>
      <dgm:spPr/>
      <dgm:t>
        <a:bodyPr/>
        <a:lstStyle/>
        <a:p>
          <a:endParaRPr lang="en-US" sz="1400" b="0">
            <a:latin typeface="AR CENA" panose="02000000000000000000" pitchFamily="2" charset="0"/>
          </a:endParaRPr>
        </a:p>
      </dgm:t>
    </dgm:pt>
    <dgm:pt modelId="{6B913D74-5031-4CFA-AA94-EFBAC65AF847}" type="pres">
      <dgm:prSet presAssocID="{3A05284A-37B8-400F-9461-412C922F21E4}" presName="linearFlow" presStyleCnt="0">
        <dgm:presLayoutVars>
          <dgm:resizeHandles val="exact"/>
        </dgm:presLayoutVars>
      </dgm:prSet>
      <dgm:spPr/>
    </dgm:pt>
    <dgm:pt modelId="{B076427C-5F9D-4F04-9FEC-7CF9003A4A6C}" type="pres">
      <dgm:prSet presAssocID="{2F630778-B7F7-461A-9366-88270EA7C2FD}" presName="node" presStyleLbl="node1" presStyleIdx="0" presStyleCnt="3" custLinFactNeighborX="-2567" custLinFactNeighborY="38998">
        <dgm:presLayoutVars>
          <dgm:bulletEnabled val="1"/>
        </dgm:presLayoutVars>
      </dgm:prSet>
      <dgm:spPr/>
    </dgm:pt>
    <dgm:pt modelId="{A2A50928-CEC7-417B-9CC0-D3023DB27B76}" type="pres">
      <dgm:prSet presAssocID="{92A6CDF3-C868-4082-97FE-CBB81D0C24CC}" presName="sibTrans" presStyleLbl="sibTrans2D1" presStyleIdx="0" presStyleCnt="2"/>
      <dgm:spPr/>
    </dgm:pt>
    <dgm:pt modelId="{6317A1BB-10FD-4A91-9475-4E8FDBD52D11}" type="pres">
      <dgm:prSet presAssocID="{92A6CDF3-C868-4082-97FE-CBB81D0C24CC}" presName="connectorText" presStyleLbl="sibTrans2D1" presStyleIdx="0" presStyleCnt="2"/>
      <dgm:spPr/>
    </dgm:pt>
    <dgm:pt modelId="{713C9468-4631-41A8-8BBD-0C1EB7941757}" type="pres">
      <dgm:prSet presAssocID="{3C99FEC7-1552-49A6-A49F-B47A62CC9C15}" presName="node" presStyleLbl="node1" presStyleIdx="1" presStyleCnt="3" custLinFactNeighborX="-10058">
        <dgm:presLayoutVars>
          <dgm:bulletEnabled val="1"/>
        </dgm:presLayoutVars>
      </dgm:prSet>
      <dgm:spPr/>
    </dgm:pt>
    <dgm:pt modelId="{8E14B318-2DB7-4AD9-B17A-8F4A0ADDBFDA}" type="pres">
      <dgm:prSet presAssocID="{6495A4CF-DEE3-4B82-9F37-9ECBF33614EE}" presName="sibTrans" presStyleLbl="sibTrans2D1" presStyleIdx="1" presStyleCnt="2"/>
      <dgm:spPr/>
    </dgm:pt>
    <dgm:pt modelId="{2BCB429A-E792-4B7F-A23F-30D785EED0FB}" type="pres">
      <dgm:prSet presAssocID="{6495A4CF-DEE3-4B82-9F37-9ECBF33614EE}" presName="connectorText" presStyleLbl="sibTrans2D1" presStyleIdx="1" presStyleCnt="2"/>
      <dgm:spPr/>
    </dgm:pt>
    <dgm:pt modelId="{B5111FA2-0DC8-4AB5-A992-7DD94B627AE4}" type="pres">
      <dgm:prSet presAssocID="{0FA6B887-6893-4753-B9DF-B65873FC7302}" presName="node" presStyleLbl="node1" presStyleIdx="2" presStyleCnt="3">
        <dgm:presLayoutVars>
          <dgm:bulletEnabled val="1"/>
        </dgm:presLayoutVars>
      </dgm:prSet>
      <dgm:spPr/>
    </dgm:pt>
  </dgm:ptLst>
  <dgm:cxnLst>
    <dgm:cxn modelId="{F8EB8921-0A7E-45AB-BB29-AA0EE8E4395E}" type="presOf" srcId="{3A05284A-37B8-400F-9461-412C922F21E4}" destId="{6B913D74-5031-4CFA-AA94-EFBAC65AF847}" srcOrd="0" destOrd="0" presId="urn:microsoft.com/office/officeart/2005/8/layout/process2"/>
    <dgm:cxn modelId="{8613932A-4B1C-4A10-AF4C-59D2DA58369B}" srcId="{3A05284A-37B8-400F-9461-412C922F21E4}" destId="{0FA6B887-6893-4753-B9DF-B65873FC7302}" srcOrd="2" destOrd="0" parTransId="{BB32241F-AC75-4EC5-822B-A590B6B363BE}" sibTransId="{477F00CA-493B-472A-A3E2-1AC21DA7BF02}"/>
    <dgm:cxn modelId="{5F005332-4D00-401A-93B9-2D1B994384D0}" type="presOf" srcId="{3C99FEC7-1552-49A6-A49F-B47A62CC9C15}" destId="{713C9468-4631-41A8-8BBD-0C1EB7941757}" srcOrd="0" destOrd="0" presId="urn:microsoft.com/office/officeart/2005/8/layout/process2"/>
    <dgm:cxn modelId="{6EAEFE7F-BB61-4885-9B7F-6F8CA1B335BF}" type="presOf" srcId="{6495A4CF-DEE3-4B82-9F37-9ECBF33614EE}" destId="{8E14B318-2DB7-4AD9-B17A-8F4A0ADDBFDA}" srcOrd="0" destOrd="0" presId="urn:microsoft.com/office/officeart/2005/8/layout/process2"/>
    <dgm:cxn modelId="{C671FE85-9CCB-4680-A2CA-75EA5DFDFEA5}" type="presOf" srcId="{2F630778-B7F7-461A-9366-88270EA7C2FD}" destId="{B076427C-5F9D-4F04-9FEC-7CF9003A4A6C}" srcOrd="0" destOrd="0" presId="urn:microsoft.com/office/officeart/2005/8/layout/process2"/>
    <dgm:cxn modelId="{5B14FF91-3487-44E2-853F-5BBDA21B183F}" type="presOf" srcId="{0FA6B887-6893-4753-B9DF-B65873FC7302}" destId="{B5111FA2-0DC8-4AB5-A992-7DD94B627AE4}" srcOrd="0" destOrd="0" presId="urn:microsoft.com/office/officeart/2005/8/layout/process2"/>
    <dgm:cxn modelId="{5E9BD7A8-BF95-4DBE-A7F9-53B096765FE7}" srcId="{3A05284A-37B8-400F-9461-412C922F21E4}" destId="{3C99FEC7-1552-49A6-A49F-B47A62CC9C15}" srcOrd="1" destOrd="0" parTransId="{2A4F0823-D49F-4B6D-9B9C-CA3385A42E69}" sibTransId="{6495A4CF-DEE3-4B82-9F37-9ECBF33614EE}"/>
    <dgm:cxn modelId="{82115FB1-5CCE-46B7-AD0F-71A9962A6279}" type="presOf" srcId="{6495A4CF-DEE3-4B82-9F37-9ECBF33614EE}" destId="{2BCB429A-E792-4B7F-A23F-30D785EED0FB}" srcOrd="1" destOrd="0" presId="urn:microsoft.com/office/officeart/2005/8/layout/process2"/>
    <dgm:cxn modelId="{A78B89B6-F4CF-4977-8078-AF1AB86CB976}" type="presOf" srcId="{92A6CDF3-C868-4082-97FE-CBB81D0C24CC}" destId="{A2A50928-CEC7-417B-9CC0-D3023DB27B76}" srcOrd="0" destOrd="0" presId="urn:microsoft.com/office/officeart/2005/8/layout/process2"/>
    <dgm:cxn modelId="{BF8AAAE0-2580-4C9F-A79F-CEC8DEAFCBF5}" srcId="{3A05284A-37B8-400F-9461-412C922F21E4}" destId="{2F630778-B7F7-461A-9366-88270EA7C2FD}" srcOrd="0" destOrd="0" parTransId="{8A8492B7-726C-478B-B803-69370CB27EF3}" sibTransId="{92A6CDF3-C868-4082-97FE-CBB81D0C24CC}"/>
    <dgm:cxn modelId="{0D539CF0-8532-4F10-BA1C-8124B29ED3D3}" type="presOf" srcId="{92A6CDF3-C868-4082-97FE-CBB81D0C24CC}" destId="{6317A1BB-10FD-4A91-9475-4E8FDBD52D11}" srcOrd="1" destOrd="0" presId="urn:microsoft.com/office/officeart/2005/8/layout/process2"/>
    <dgm:cxn modelId="{D8C8D32E-9FD0-4920-9A2A-716E4A771F65}" type="presParOf" srcId="{6B913D74-5031-4CFA-AA94-EFBAC65AF847}" destId="{B076427C-5F9D-4F04-9FEC-7CF9003A4A6C}" srcOrd="0" destOrd="0" presId="urn:microsoft.com/office/officeart/2005/8/layout/process2"/>
    <dgm:cxn modelId="{231ADFE1-0F0C-4CAD-9B33-EF006CB265B9}" type="presParOf" srcId="{6B913D74-5031-4CFA-AA94-EFBAC65AF847}" destId="{A2A50928-CEC7-417B-9CC0-D3023DB27B76}" srcOrd="1" destOrd="0" presId="urn:microsoft.com/office/officeart/2005/8/layout/process2"/>
    <dgm:cxn modelId="{91014C02-E62B-4726-A221-7C7DA457530D}" type="presParOf" srcId="{A2A50928-CEC7-417B-9CC0-D3023DB27B76}" destId="{6317A1BB-10FD-4A91-9475-4E8FDBD52D11}" srcOrd="0" destOrd="0" presId="urn:microsoft.com/office/officeart/2005/8/layout/process2"/>
    <dgm:cxn modelId="{DEC8990E-DA74-430A-8808-BBAC010C5F67}" type="presParOf" srcId="{6B913D74-5031-4CFA-AA94-EFBAC65AF847}" destId="{713C9468-4631-41A8-8BBD-0C1EB7941757}" srcOrd="2" destOrd="0" presId="urn:microsoft.com/office/officeart/2005/8/layout/process2"/>
    <dgm:cxn modelId="{862314AD-8FBD-4154-971D-FDB32816BD79}" type="presParOf" srcId="{6B913D74-5031-4CFA-AA94-EFBAC65AF847}" destId="{8E14B318-2DB7-4AD9-B17A-8F4A0ADDBFDA}" srcOrd="3" destOrd="0" presId="urn:microsoft.com/office/officeart/2005/8/layout/process2"/>
    <dgm:cxn modelId="{5DC8BBE5-C854-46A4-91C9-4270CCBB11DF}" type="presParOf" srcId="{8E14B318-2DB7-4AD9-B17A-8F4A0ADDBFDA}" destId="{2BCB429A-E792-4B7F-A23F-30D785EED0FB}" srcOrd="0" destOrd="0" presId="urn:microsoft.com/office/officeart/2005/8/layout/process2"/>
    <dgm:cxn modelId="{D5FBADF8-43B6-4AE0-9F29-EA1D23AA4119}" type="presParOf" srcId="{6B913D74-5031-4CFA-AA94-EFBAC65AF847}" destId="{B5111FA2-0DC8-4AB5-A992-7DD94B627AE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8B209-FBDC-4690-8C23-F3585B5A12CD}">
      <dsp:nvSpPr>
        <dsp:cNvPr id="0" name=""/>
        <dsp:cNvSpPr/>
      </dsp:nvSpPr>
      <dsp:spPr>
        <a:xfrm>
          <a:off x="0" y="1805"/>
          <a:ext cx="8543925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2B9AB6-2036-41B4-8ED8-AC76F1091EA2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489B1-AFA6-42AD-92FE-A7F1ABE8F568}">
      <dsp:nvSpPr>
        <dsp:cNvPr id="0" name=""/>
        <dsp:cNvSpPr/>
      </dsp:nvSpPr>
      <dsp:spPr>
        <a:xfrm>
          <a:off x="1057183" y="1805"/>
          <a:ext cx="748674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The quantitative relation between two amounts showing the number of times one value contains or is contained within the other:</a:t>
          </a:r>
          <a:endParaRPr lang="en-US" sz="1800" kern="1200" dirty="0"/>
        </a:p>
      </dsp:txBody>
      <dsp:txXfrm>
        <a:off x="1057183" y="1805"/>
        <a:ext cx="7486741" cy="915310"/>
      </dsp:txXfrm>
    </dsp:sp>
    <dsp:sp modelId="{67AE550A-9006-49BB-8F9E-84C0430487AD}">
      <dsp:nvSpPr>
        <dsp:cNvPr id="0" name=""/>
        <dsp:cNvSpPr/>
      </dsp:nvSpPr>
      <dsp:spPr>
        <a:xfrm>
          <a:off x="0" y="1145944"/>
          <a:ext cx="8543925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616A9-D6B7-4475-9001-74BD70DC55D9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FBDEE5-37DC-476D-AA50-487BD965F848}">
      <dsp:nvSpPr>
        <dsp:cNvPr id="0" name=""/>
        <dsp:cNvSpPr/>
      </dsp:nvSpPr>
      <dsp:spPr>
        <a:xfrm>
          <a:off x="1057183" y="1145944"/>
          <a:ext cx="748674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EXAMPLES</a:t>
          </a:r>
          <a:endParaRPr lang="en-US" sz="1800" kern="1200" dirty="0"/>
        </a:p>
      </dsp:txBody>
      <dsp:txXfrm>
        <a:off x="1057183" y="1145944"/>
        <a:ext cx="7486741" cy="915310"/>
      </dsp:txXfrm>
    </dsp:sp>
    <dsp:sp modelId="{B5018C62-A063-43F0-96F2-BBE7CBDC6D7F}">
      <dsp:nvSpPr>
        <dsp:cNvPr id="0" name=""/>
        <dsp:cNvSpPr/>
      </dsp:nvSpPr>
      <dsp:spPr>
        <a:xfrm>
          <a:off x="0" y="2290082"/>
          <a:ext cx="8543925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D12D6-DE6B-4CB0-84BB-A5DCCE7D173F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ED2A6-20BB-41F2-A550-F6553D321F0F}">
      <dsp:nvSpPr>
        <dsp:cNvPr id="0" name=""/>
        <dsp:cNvSpPr/>
      </dsp:nvSpPr>
      <dsp:spPr>
        <a:xfrm>
          <a:off x="1057183" y="2290082"/>
          <a:ext cx="748674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"the ratio of computers to students is now 2 to 1"</a:t>
          </a:r>
          <a:endParaRPr lang="en-US" sz="1800" kern="1200"/>
        </a:p>
      </dsp:txBody>
      <dsp:txXfrm>
        <a:off x="1057183" y="2290082"/>
        <a:ext cx="7486741" cy="915310"/>
      </dsp:txXfrm>
    </dsp:sp>
    <dsp:sp modelId="{AD8C0195-F6F5-4BFA-8E83-AB5F064EBB34}">
      <dsp:nvSpPr>
        <dsp:cNvPr id="0" name=""/>
        <dsp:cNvSpPr/>
      </dsp:nvSpPr>
      <dsp:spPr>
        <a:xfrm>
          <a:off x="0" y="3434221"/>
          <a:ext cx="8543925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58EACF-AF76-4593-AB7B-5301D4279898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33BBA-617B-4BD1-8BB8-DB5270E44491}">
      <dsp:nvSpPr>
        <dsp:cNvPr id="0" name=""/>
        <dsp:cNvSpPr/>
      </dsp:nvSpPr>
      <dsp:spPr>
        <a:xfrm>
          <a:off x="1057183" y="3434221"/>
          <a:ext cx="748674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"the ratio of average prices to average salaries is at its lowest number for years"</a:t>
          </a:r>
          <a:endParaRPr lang="en-US" sz="1800" kern="1200"/>
        </a:p>
      </dsp:txBody>
      <dsp:txXfrm>
        <a:off x="1057183" y="3434221"/>
        <a:ext cx="7486741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</a:t>
          </a: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</a:t>
          </a: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</a:t>
          </a: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</a:t>
          </a: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</a:t>
          </a: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</a:t>
          </a: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</a:t>
          </a: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</a:t>
          </a: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</a:t>
          </a: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</a:t>
          </a: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</a:t>
          </a: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UAE LINK 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9F183FA3-D775-4B58-8622-EF048D58F270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DB264D64-8F27-45BE-A126-69FB10B45161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>
              <a:solidFill>
                <a:schemeClr val="tx1"/>
              </a:solidFill>
              <a:latin typeface="Candara" panose="020E0502030303020204" pitchFamily="34" charset="0"/>
            </a:rPr>
            <a:t>UAE LINK : </a:t>
          </a:r>
          <a:r>
            <a:rPr lang="en-US" sz="1400" kern="120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rate.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UAE LINK 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solidFill>
              <a:schemeClr val="tx1"/>
            </a:solidFill>
            <a:latin typeface="Abadi" panose="020F050202020403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write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ratio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of fractions as a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complex fraction.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divide fractions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to find the </a:t>
          </a:r>
          <a:r>
            <a:rPr kumimoji="0" lang="en-US" altLang="en-US" sz="14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unit rate.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</a:t>
          </a:r>
          <a:r>
            <a:rPr lang="en-US" sz="1400" b="1" kern="1200" baseline="0" dirty="0">
              <a:solidFill>
                <a:schemeClr val="tx1"/>
              </a:solidFill>
              <a:latin typeface="Candara" panose="020E0502030303020204" pitchFamily="34" charset="0"/>
            </a:rPr>
            <a:t>: </a:t>
          </a:r>
          <a:r>
            <a:rPr lang="en-US" sz="1400" kern="1200" dirty="0">
              <a:solidFill>
                <a:schemeClr val="tx1"/>
              </a:solidFill>
              <a:latin typeface="Abadi" panose="020F0502020204030204" pitchFamily="34" charset="0"/>
            </a:rPr>
            <a:t>Find examples of unit rates in UAE.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6427C-5F9D-4F04-9FEC-7CF9003A4A6C}">
      <dsp:nvSpPr>
        <dsp:cNvPr id="0" name=""/>
        <dsp:cNvSpPr/>
      </dsp:nvSpPr>
      <dsp:spPr>
        <a:xfrm>
          <a:off x="0" y="282876"/>
          <a:ext cx="1584175" cy="1450724"/>
        </a:xfrm>
        <a:prstGeom prst="roundRect">
          <a:avLst>
            <a:gd name="adj" fmla="val 10000"/>
          </a:avLst>
        </a:prstGeom>
        <a:solidFill>
          <a:srgbClr val="FFCCFF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simplify the unit rate to its simplest form</a:t>
          </a:r>
          <a:r>
            <a: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325366"/>
        <a:ext cx="1499195" cy="1365744"/>
      </dsp:txXfrm>
    </dsp:sp>
    <dsp:sp modelId="{A2A50928-CEC7-417B-9CC0-D3023DB27B76}">
      <dsp:nvSpPr>
        <dsp:cNvPr id="0" name=""/>
        <dsp:cNvSpPr/>
      </dsp:nvSpPr>
      <dsp:spPr>
        <a:xfrm rot="5400000">
          <a:off x="626155" y="1628431"/>
          <a:ext cx="331864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1788912"/>
        <a:ext cx="391696" cy="232305"/>
      </dsp:txXfrm>
    </dsp:sp>
    <dsp:sp modelId="{713C9468-4631-41A8-8BBD-0C1EB7941757}">
      <dsp:nvSpPr>
        <dsp:cNvPr id="0" name=""/>
        <dsp:cNvSpPr/>
      </dsp:nvSpPr>
      <dsp:spPr>
        <a:xfrm>
          <a:off x="0" y="2176087"/>
          <a:ext cx="1584175" cy="145072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SC : </a:t>
          </a:r>
          <a:r>
            <a:rPr kumimoji="0" lang="en-US" altLang="en-US" sz="14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I can interpret the unit rate in the context of a real-life problem</a:t>
          </a:r>
          <a:r>
            <a:rPr lang="en-US" sz="1400" b="1" kern="1200" baseline="0" dirty="0">
              <a:latin typeface="Candara" panose="020E0502030303020204" pitchFamily="34" charset="0"/>
            </a:rPr>
            <a:t> </a:t>
          </a:r>
          <a:endParaRPr lang="en-US" sz="1400" b="1" kern="1200" dirty="0">
            <a:latin typeface="Candara" panose="020E0502030303020204" pitchFamily="34" charset="0"/>
          </a:endParaRPr>
        </a:p>
      </dsp:txBody>
      <dsp:txXfrm>
        <a:off x="42490" y="2218577"/>
        <a:ext cx="1499195" cy="1365744"/>
      </dsp:txXfrm>
    </dsp:sp>
    <dsp:sp modelId="{8E14B318-2DB7-4AD9-B17A-8F4A0ADDBFDA}">
      <dsp:nvSpPr>
        <dsp:cNvPr id="0" name=""/>
        <dsp:cNvSpPr/>
      </dsp:nvSpPr>
      <dsp:spPr>
        <a:xfrm rot="5400000">
          <a:off x="520077" y="3663079"/>
          <a:ext cx="544021" cy="65282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kern="1200">
            <a:latin typeface="AR CENA" panose="02000000000000000000" pitchFamily="2" charset="0"/>
          </a:endParaRPr>
        </a:p>
      </dsp:txBody>
      <dsp:txXfrm rot="-5400000">
        <a:off x="596240" y="3717481"/>
        <a:ext cx="391696" cy="380815"/>
      </dsp:txXfrm>
    </dsp:sp>
    <dsp:sp modelId="{B5111FA2-0DC8-4AB5-A992-7DD94B627AE4}">
      <dsp:nvSpPr>
        <dsp:cNvPr id="0" name=""/>
        <dsp:cNvSpPr/>
      </dsp:nvSpPr>
      <dsp:spPr>
        <a:xfrm>
          <a:off x="0" y="4352174"/>
          <a:ext cx="1584175" cy="1450724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baseline="0" dirty="0">
              <a:latin typeface="Candara" panose="020E0502030303020204" pitchFamily="34" charset="0"/>
            </a:rPr>
            <a:t>UAE LINK : Word problems involving UAE tourism.</a:t>
          </a:r>
          <a:endParaRPr lang="en-US" sz="1400" b="0" kern="1200" dirty="0">
            <a:latin typeface="Candara" panose="020E0502030303020204" pitchFamily="34" charset="0"/>
          </a:endParaRPr>
        </a:p>
      </dsp:txBody>
      <dsp:txXfrm>
        <a:off x="42490" y="4394664"/>
        <a:ext cx="1499195" cy="13657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D774E-BADA-4092-BB18-6EDAA3F7AB8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79C56-9E3A-4284-BE52-F0A6F92F6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8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72F16EF1-30B4-4A64-ACFB-A6D200764F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52500" y="685800"/>
            <a:ext cx="4953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B545F3BF-782C-4166-A649-EF1BA9987F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74891BA6-0E14-4929-A23E-24DA77A66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6BBFBDE-A1FF-4902-B405-BAEBC17FCCBA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761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E36DD-5F0B-B983-8AB7-5B6F515A4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568F4-653A-0E47-6B82-3CC59E798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8F5B4-776E-A7C8-73F2-04A0420A5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B346-AF3A-4771-8CCE-7E4A7CEDFDE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AF7D5-8FAC-AD54-B3A2-52EC56E5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E72EA-F453-2E6F-9DF4-5DEC833E5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4761-69EE-4B42-B81A-A2C87E6E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9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24342-882E-E1F9-F28B-C2C654EE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433D0-62CE-032C-C4B3-C87074E65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7DA6C-2ACA-4130-1C88-44E0E6A9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B346-AF3A-4771-8CCE-7E4A7CEDFDE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37769-4629-EC08-099E-452C67662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162EC-6A86-8AB3-C465-914F74CA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4761-69EE-4B42-B81A-A2C87E6E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91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98CCB-167F-F079-6A91-C67986E82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6D43A-128A-7A6C-E09E-709EB7108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519A5-4C1B-BC0C-9860-FB39138C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B346-AF3A-4771-8CCE-7E4A7CEDFDE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52921-4269-F3EF-5A03-0FD1E678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C029A-12DC-62E5-B385-2FAE88B8C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4761-69EE-4B42-B81A-A2C87E6E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3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8CD1D-81D0-A77D-E43F-3F5192117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74794-095D-5CCE-BBC3-690008D63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02B35-BB78-0DA9-B7C2-EDFA1EA45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FE0D4-1E8E-27DD-BF29-3CF505A2B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B346-AF3A-4771-8CCE-7E4A7CEDFDE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BFDEA-7637-BA73-3FC7-53916C6D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F3E26-325A-1697-6838-5F8BE8682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4761-69EE-4B42-B81A-A2C87E6E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68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2404-C412-CFA2-3C64-14B6D8412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31963-09B0-DC06-CC16-276AB0BC1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DE5B8-E031-F965-040E-5B2DE1C50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03A5D-910F-A822-C6A8-8D3543CD7E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57ABD-9D88-516D-E79F-84D2F34C0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28CB5-8E2A-CC32-6F12-CCD848EBE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B346-AF3A-4771-8CCE-7E4A7CEDFDE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0A03F8-0BAD-AC08-EBF8-EC6B04C5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CC0ADA-DFAB-C113-15FD-A612522A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4761-69EE-4B42-B81A-A2C87E6E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8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9994-74BA-C97C-83CA-626E59FD1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77AFF0-F966-BE37-D1BF-1BC0018C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B346-AF3A-4771-8CCE-7E4A7CEDFDE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8515BF-9E2A-2986-F4AE-8F02EA6EE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79348-40FC-E935-8261-B1092C9D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4761-69EE-4B42-B81A-A2C87E6E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3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D8A59-EF27-A135-7251-56DDEAC8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B346-AF3A-4771-8CCE-7E4A7CEDFDE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62D180-3E4E-778A-318F-B36EB02F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8A0A3-21E0-48A5-DB0A-892166C1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4761-69EE-4B42-B81A-A2C87E6E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70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D7FF-C67A-CDF3-FCE4-D35DF8D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91A98-CE16-C5A8-2C5F-1903BFA8F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B8066-AAF5-D1CF-5794-1F9195C3A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99058-EA24-50F8-9FE3-E6B365B84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B346-AF3A-4771-8CCE-7E4A7CEDFDE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5DD0C-B542-D6E9-2407-84988F0D9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ADC03-0180-DA9B-67D8-6604CDA46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4761-69EE-4B42-B81A-A2C87E6E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8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671D-07C4-9E02-292C-BC845B3F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1C50F-3024-F9F5-FDCE-DEA51AC33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B5FF7-0F11-59C0-53B0-4E0962E78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F0458-6EE0-C6AF-D7A2-15EB37CF3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B346-AF3A-4771-8CCE-7E4A7CEDFDE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6F234-E514-8852-F32C-D73A38A7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96179-6BB8-B4CA-0D51-26EEF4C1E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4761-69EE-4B42-B81A-A2C87E6E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8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7FCC-9FBD-DD98-7B8F-3ADA80FC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2F2B2-6110-240A-5283-7DF426E0C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D2EEF-9418-FBDF-CB34-316B1CCB2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B346-AF3A-4771-8CCE-7E4A7CEDFDE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2E136-14C1-B372-F178-FA72DDF6F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EB131-7244-140B-39E5-DD0E88C5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4761-69EE-4B42-B81A-A2C87E6E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7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3CA8F9-C763-EDD8-ECFE-101D19852D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2BCB64-5CBC-2B3C-27B5-7394CF1ED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66787-7B93-42D1-E5EB-A5BD92697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B346-AF3A-4771-8CCE-7E4A7CEDFDE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1BE86-D158-E2F2-5B9A-65D81A710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F8245-F9BD-0B44-F037-F29646D0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4761-69EE-4B42-B81A-A2C87E6E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42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B8613A-6470-D417-2A88-A0CD13D83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5CA6E-492C-3EC8-6EE7-143D924B6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BBFD7-EB8F-E5DC-27EB-D68280C79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7B346-AF3A-4771-8CCE-7E4A7CEDFDE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1AEF9-9EC6-D14C-6D6E-900F71FD4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D2FA9-823F-66CE-A778-B88F8E0B1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64761-69EE-4B42-B81A-A2C87E6E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5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ayground.com/admin/activity/classic/68ec96746174557f184084a1" TargetMode="External"/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11" Type="http://schemas.openxmlformats.org/officeDocument/2006/relationships/image" Target="../media/image19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8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4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4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4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diagramLayout" Target="../diagrams/layout9.xml"/><Relationship Id="rId7" Type="http://schemas.openxmlformats.org/officeDocument/2006/relationships/image" Target="../media/image4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diagramLayout" Target="../diagrams/layout10.xml"/><Relationship Id="rId7" Type="http://schemas.openxmlformats.org/officeDocument/2006/relationships/image" Target="../media/image4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diagramLayout" Target="../diagrams/layout11.xml"/><Relationship Id="rId7" Type="http://schemas.openxmlformats.org/officeDocument/2006/relationships/image" Target="../media/image4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4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diagramLayout" Target="../diagrams/layout13.xml"/><Relationship Id="rId7" Type="http://schemas.openxmlformats.org/officeDocument/2006/relationships/image" Target="../media/image4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10" Type="http://schemas.openxmlformats.org/officeDocument/2006/relationships/image" Target="../media/image35.png"/><Relationship Id="rId4" Type="http://schemas.openxmlformats.org/officeDocument/2006/relationships/diagramQuickStyle" Target="../diagrams/quickStyle13.xml"/><Relationship Id="rId9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diagramLayout" Target="../diagrams/layout14.xml"/><Relationship Id="rId7" Type="http://schemas.openxmlformats.org/officeDocument/2006/relationships/image" Target="../media/image4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diagramLayout" Target="../diagrams/layout15.xml"/><Relationship Id="rId7" Type="http://schemas.openxmlformats.org/officeDocument/2006/relationships/image" Target="../media/image4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10" Type="http://schemas.openxmlformats.org/officeDocument/2006/relationships/image" Target="../media/image39.jpeg"/><Relationship Id="rId4" Type="http://schemas.openxmlformats.org/officeDocument/2006/relationships/diagramQuickStyle" Target="../diagrams/quickStyle15.xml"/><Relationship Id="rId9" Type="http://schemas.openxmlformats.org/officeDocument/2006/relationships/image" Target="../media/image38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diagramLayout" Target="../diagrams/layout16.xml"/><Relationship Id="rId7" Type="http://schemas.openxmlformats.org/officeDocument/2006/relationships/image" Target="../media/image4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ayground.com/admin/activity/classic/68ec9983a11332e06972ab70" TargetMode="External"/><Relationship Id="rId3" Type="http://schemas.openxmlformats.org/officeDocument/2006/relationships/diagramLayout" Target="../diagrams/layout17.xml"/><Relationship Id="rId7" Type="http://schemas.openxmlformats.org/officeDocument/2006/relationships/image" Target="../media/image4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7.xml"/><Relationship Id="rId11" Type="http://schemas.openxmlformats.org/officeDocument/2006/relationships/image" Target="../media/image43.png"/><Relationship Id="rId5" Type="http://schemas.openxmlformats.org/officeDocument/2006/relationships/diagramColors" Target="../diagrams/colors17.xml"/><Relationship Id="rId10" Type="http://schemas.openxmlformats.org/officeDocument/2006/relationships/image" Target="../media/image42.png"/><Relationship Id="rId4" Type="http://schemas.openxmlformats.org/officeDocument/2006/relationships/diagramQuickStyle" Target="../diagrams/quickStyle17.xml"/><Relationship Id="rId9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diagramLayout" Target="../diagrams/layout18.xml"/><Relationship Id="rId7" Type="http://schemas.openxmlformats.org/officeDocument/2006/relationships/image" Target="../media/image4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diagramLayout" Target="../diagrams/layout19.xml"/><Relationship Id="rId7" Type="http://schemas.openxmlformats.org/officeDocument/2006/relationships/image" Target="../media/image4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diagramLayout" Target="../diagrams/layout20.xml"/><Relationship Id="rId7" Type="http://schemas.openxmlformats.org/officeDocument/2006/relationships/image" Target="../media/image4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diagramLayout" Target="../diagrams/layout21.xml"/><Relationship Id="rId7" Type="http://schemas.openxmlformats.org/officeDocument/2006/relationships/image" Target="../media/image4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diagramLayout" Target="../diagrams/layout22.xml"/><Relationship Id="rId7" Type="http://schemas.openxmlformats.org/officeDocument/2006/relationships/image" Target="../media/image4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Relationship Id="rId9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diagramLayout" Target="../diagrams/layout23.xml"/><Relationship Id="rId7" Type="http://schemas.openxmlformats.org/officeDocument/2006/relationships/image" Target="../media/image4.pn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diagramLayout" Target="../diagrams/layout24.xml"/><Relationship Id="rId7" Type="http://schemas.openxmlformats.org/officeDocument/2006/relationships/image" Target="../media/image4.pn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9E7-81D0-5B38-203F-FC257AC378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41847-88C1-9104-0986-F0E1D3F2F8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95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A04526-347E-4A98-87C0-AD8B732BA2A6}"/>
              </a:ext>
            </a:extLst>
          </p:cNvPr>
          <p:cNvSpPr/>
          <p:nvPr/>
        </p:nvSpPr>
        <p:spPr>
          <a:xfrm>
            <a:off x="1992084" y="2736571"/>
            <a:ext cx="150106" cy="375104"/>
          </a:xfrm>
          <a:prstGeom prst="rect">
            <a:avLst/>
          </a:prstGeom>
          <a:noFill/>
        </p:spPr>
        <p:txBody>
          <a:bodyPr wrap="none" lIns="74295" tIns="37148" rIns="74295" bIns="37148">
            <a:spAutoFit/>
          </a:bodyPr>
          <a:lstStyle/>
          <a:p>
            <a:pPr algn="ctr"/>
            <a:endParaRPr lang="en-US" sz="195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54CAFC-A60A-F8D2-32B9-849B48601BCC}"/>
              </a:ext>
            </a:extLst>
          </p:cNvPr>
          <p:cNvSpPr/>
          <p:nvPr/>
        </p:nvSpPr>
        <p:spPr>
          <a:xfrm>
            <a:off x="2064104" y="2354978"/>
            <a:ext cx="8125404" cy="1032965"/>
          </a:xfrm>
          <a:prstGeom prst="roundRect">
            <a:avLst/>
          </a:prstGeom>
          <a:solidFill>
            <a:srgbClr val="22327E"/>
          </a:solidFill>
          <a:ln>
            <a:solidFill>
              <a:srgbClr val="22327E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9060" tIns="49530" rIns="99060" bIns="49530" rtlCol="0" anchor="ctr"/>
          <a:lstStyle/>
          <a:p>
            <a:pPr>
              <a:defRPr/>
            </a:pPr>
            <a:r>
              <a:rPr lang="en-US" sz="3033" b="1" dirty="0"/>
              <a:t>Topic 1 – GCF, HCF AND RATIOS</a:t>
            </a:r>
            <a:endParaRPr lang="en-US" sz="3033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AA2682-4068-8A62-7FF7-EFFF288E32D1}"/>
              </a:ext>
            </a:extLst>
          </p:cNvPr>
          <p:cNvSpPr txBox="1"/>
          <p:nvPr/>
        </p:nvSpPr>
        <p:spPr>
          <a:xfrm>
            <a:off x="3692934" y="1149498"/>
            <a:ext cx="4867744" cy="1033488"/>
          </a:xfrm>
          <a:prstGeom prst="rect">
            <a:avLst/>
          </a:prstGeom>
          <a:noFill/>
        </p:spPr>
        <p:txBody>
          <a:bodyPr wrap="square" lIns="99060" tIns="49530" rIns="99060" bIns="49530" rtlCol="0" anchor="t">
            <a:spAutoFit/>
          </a:bodyPr>
          <a:lstStyle/>
          <a:p>
            <a:pPr algn="ctr"/>
            <a:r>
              <a:rPr lang="en-US" sz="3033" b="1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Mathematics Department</a:t>
            </a:r>
          </a:p>
          <a:p>
            <a:pPr algn="ctr"/>
            <a:r>
              <a:rPr lang="en-US" sz="3033" b="1" dirty="0">
                <a:latin typeface="Cambria Math"/>
                <a:ea typeface="Cambria Math"/>
              </a:rPr>
              <a:t>Week 3 (Nov 17-20)</a:t>
            </a:r>
          </a:p>
        </p:txBody>
      </p:sp>
      <p:sp>
        <p:nvSpPr>
          <p:cNvPr id="2" name="AutoShape 2" descr="American School of Creative Science"/>
          <p:cNvSpPr>
            <a:spLocks noChangeAspect="1" noChangeArrowheads="1"/>
          </p:cNvSpPr>
          <p:nvPr/>
        </p:nvSpPr>
        <p:spPr bwMode="auto">
          <a:xfrm>
            <a:off x="1311540" y="486438"/>
            <a:ext cx="330200" cy="33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95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2049" name="Picture 1" descr="A logo with a blue and brown background&#10;&#10;AI-generated content may be incorrect.">
            <a:extLst>
              <a:ext uri="{FF2B5EF4-FFF2-40B4-BE49-F238E27FC236}">
                <a16:creationId xmlns:a16="http://schemas.microsoft.com/office/drawing/2014/main" id="{3CB507CE-4C72-2A2E-7335-6D79C8EE6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7896" y="5638835"/>
            <a:ext cx="921105" cy="56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 blue and gold graphic&#10;&#10;AI-generated content may be incorrect.">
            <a:extLst>
              <a:ext uri="{FF2B5EF4-FFF2-40B4-BE49-F238E27FC236}">
                <a16:creationId xmlns:a16="http://schemas.microsoft.com/office/drawing/2014/main" id="{3C1B1D42-2478-D197-6DE8-2E581D0B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5769646"/>
            <a:ext cx="999193" cy="463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C4B091E-951F-B8EF-CB72-91D6B44D6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2" y="690533"/>
            <a:ext cx="2001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9060" tIns="49530" rIns="99060" bIns="4953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9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82C93C-0C58-B3AA-9A60-B8F7BF4EB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986" y="731668"/>
            <a:ext cx="1490192" cy="9346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AF921C-692D-AA20-304C-57F01D301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670" y="719638"/>
            <a:ext cx="2425244" cy="134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21229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D3829-4D6E-5A39-8E2E-446D5A1AD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uple of hands&#10;&#10;AI-generated content may be incorrect.">
            <a:extLst>
              <a:ext uri="{FF2B5EF4-FFF2-40B4-BE49-F238E27FC236}">
                <a16:creationId xmlns:a16="http://schemas.microsoft.com/office/drawing/2014/main" id="{7D6F22C4-63C7-751D-80ED-636AFEDB1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83274"/>
            <a:ext cx="9906000" cy="5572125"/>
          </a:xfrm>
          <a:prstGeom prst="rect">
            <a:avLst/>
          </a:prstGeom>
        </p:spPr>
      </p:pic>
      <p:pic>
        <p:nvPicPr>
          <p:cNvPr id="6" name="Picture 5" descr="Important Safety and Security Instructions Related to School Transportation  – Drive in Malaysia">
            <a:extLst>
              <a:ext uri="{FF2B5EF4-FFF2-40B4-BE49-F238E27FC236}">
                <a16:creationId xmlns:a16="http://schemas.microsoft.com/office/drawing/2014/main" id="{2D535B22-4DC3-AA57-A7EE-294275F47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691" y="2912052"/>
            <a:ext cx="3467682" cy="30873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6967EE-18FC-AD81-64B9-2CE90D937B64}"/>
              </a:ext>
            </a:extLst>
          </p:cNvPr>
          <p:cNvSpPr/>
          <p:nvPr/>
        </p:nvSpPr>
        <p:spPr>
          <a:xfrm>
            <a:off x="3198788" y="2136840"/>
            <a:ext cx="2989489" cy="5572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37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CC3CA6-95D2-E83E-C966-65A7FC7C0C95}"/>
              </a:ext>
            </a:extLst>
          </p:cNvPr>
          <p:cNvSpPr txBox="1"/>
          <p:nvPr/>
        </p:nvSpPr>
        <p:spPr>
          <a:xfrm>
            <a:off x="3198788" y="2027839"/>
            <a:ext cx="2750684" cy="76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50" b="1" dirty="0">
                <a:solidFill>
                  <a:schemeClr val="accent2">
                    <a:lumMod val="50000"/>
                  </a:schemeClr>
                </a:solidFill>
              </a:rPr>
              <a:t>Wellbeing</a:t>
            </a:r>
          </a:p>
          <a:p>
            <a:endParaRPr lang="en-US" sz="1137" dirty="0"/>
          </a:p>
        </p:txBody>
      </p:sp>
      <p:sp>
        <p:nvSpPr>
          <p:cNvPr id="2" name="Arrow: Notched Right 6">
            <a:extLst>
              <a:ext uri="{FF2B5EF4-FFF2-40B4-BE49-F238E27FC236}">
                <a16:creationId xmlns:a16="http://schemas.microsoft.com/office/drawing/2014/main" id="{11D4C4F8-3114-BF23-C160-AAE6A823A872}"/>
              </a:ext>
            </a:extLst>
          </p:cNvPr>
          <p:cNvSpPr/>
          <p:nvPr/>
        </p:nvSpPr>
        <p:spPr>
          <a:xfrm>
            <a:off x="6954512" y="2580640"/>
            <a:ext cx="3467682" cy="1389062"/>
          </a:xfrm>
          <a:prstGeom prst="notchedRightArrow">
            <a:avLst>
              <a:gd name="adj1" fmla="val 69164"/>
              <a:gd name="adj2" fmla="val 44686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51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endParaRPr lang="en-US" sz="195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r>
              <a:rPr lang="en-US" sz="1400" b="1" dirty="0">
                <a:solidFill>
                  <a:srgbClr val="A9142A"/>
                </a:solidFill>
              </a:rPr>
              <a:t>Essential question : </a:t>
            </a:r>
            <a:r>
              <a:rPr lang="en-US" sz="1400" dirty="0"/>
              <a:t>How can we use integers to solve real-life problems accurately?</a:t>
            </a:r>
            <a:endParaRPr lang="en-US" sz="1400" b="1" dirty="0">
              <a:solidFill>
                <a:schemeClr val="tx1"/>
              </a:solidFill>
            </a:endParaRPr>
          </a:p>
          <a:p>
            <a:endParaRPr lang="en-US" sz="195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 sz="195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50984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B9D9-450B-C92C-4FAF-E0308881A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uple of hands&#10;&#10;AI-generated content may be incorrect.">
            <a:extLst>
              <a:ext uri="{FF2B5EF4-FFF2-40B4-BE49-F238E27FC236}">
                <a16:creationId xmlns:a16="http://schemas.microsoft.com/office/drawing/2014/main" id="{EF1CF820-9B7E-0E2A-16E1-764615CBE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42939"/>
            <a:ext cx="9906000" cy="5572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EC684A-F25E-2F18-FB86-70BC3EB9F2E5}"/>
              </a:ext>
            </a:extLst>
          </p:cNvPr>
          <p:cNvSpPr txBox="1"/>
          <p:nvPr/>
        </p:nvSpPr>
        <p:spPr>
          <a:xfrm>
            <a:off x="5052333" y="820151"/>
            <a:ext cx="4953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n w="0"/>
                <a:solidFill>
                  <a:srgbClr val="0A76B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ritannic Bold" pitchFamily="34" charset="0"/>
              </a:rPr>
              <a:t>Lesson Cycle</a:t>
            </a: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FE0356-9352-E9A7-C75C-FA6F2A1BC299}"/>
              </a:ext>
            </a:extLst>
          </p:cNvPr>
          <p:cNvSpPr txBox="1"/>
          <p:nvPr/>
        </p:nvSpPr>
        <p:spPr>
          <a:xfrm>
            <a:off x="3575277" y="1472492"/>
            <a:ext cx="5041446" cy="6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950" dirty="0">
                <a:latin typeface="Britannic Bold" panose="020B0903060703020204" pitchFamily="34" charset="0"/>
              </a:rPr>
              <a:t>Engage</a:t>
            </a:r>
            <a:endParaRPr lang="en-US" sz="1137" dirty="0">
              <a:latin typeface="Britannic Bold" panose="020B0903060703020204" pitchFamily="34" charset="0"/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n-US" sz="1462" dirty="0">
                <a:latin typeface="Britannic Bold" panose="020B0903060703020204" pitchFamily="34" charset="0"/>
              </a:rPr>
              <a:t>(Let's start to think, pre assessment)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94D70-5EC8-BD36-CA2C-D2D1A74780DF}"/>
              </a:ext>
            </a:extLst>
          </p:cNvPr>
          <p:cNvSpPr txBox="1"/>
          <p:nvPr/>
        </p:nvSpPr>
        <p:spPr>
          <a:xfrm>
            <a:off x="3575277" y="2380528"/>
            <a:ext cx="5041446" cy="6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950" dirty="0">
                <a:latin typeface="Britannic Bold" panose="020B0903060703020204" pitchFamily="34" charset="0"/>
              </a:rPr>
              <a:t>Explore</a:t>
            </a:r>
          </a:p>
          <a:p>
            <a:pPr algn="ctr">
              <a:buClr>
                <a:schemeClr val="dk1"/>
              </a:buClr>
              <a:buSzPts val="1100"/>
            </a:pPr>
            <a:r>
              <a:rPr lang="en-US" sz="1462" dirty="0">
                <a:latin typeface="Britannic Bold" panose="020B0903060703020204" pitchFamily="34" charset="0"/>
              </a:rPr>
              <a:t>(Search, look for and share ideas)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A0427-CD47-6C46-8B42-C434ECACE5CD}"/>
              </a:ext>
            </a:extLst>
          </p:cNvPr>
          <p:cNvSpPr txBox="1"/>
          <p:nvPr/>
        </p:nvSpPr>
        <p:spPr>
          <a:xfrm>
            <a:off x="3575277" y="3398718"/>
            <a:ext cx="5041446" cy="6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950" dirty="0">
                <a:latin typeface="Britannic Bold" panose="020B0903060703020204" pitchFamily="34" charset="0"/>
              </a:rPr>
              <a:t>Explain</a:t>
            </a:r>
            <a:endParaRPr lang="en-US" sz="1462" dirty="0">
              <a:latin typeface="Britannic Bold" panose="020B0903060703020204" pitchFamily="34" charset="0"/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n-US" sz="1462" dirty="0">
                <a:latin typeface="Britannic Bold" panose="020B0903060703020204" pitchFamily="34" charset="0"/>
              </a:rPr>
              <a:t>(Listen to the teacher carefully</a:t>
            </a:r>
            <a:endParaRPr lang="en-US" sz="1137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C589D6-16A9-0993-CD7A-BC71514FCF68}"/>
              </a:ext>
            </a:extLst>
          </p:cNvPr>
          <p:cNvSpPr txBox="1"/>
          <p:nvPr/>
        </p:nvSpPr>
        <p:spPr>
          <a:xfrm>
            <a:off x="3637190" y="4217671"/>
            <a:ext cx="5041446" cy="667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2275">
                <a:latin typeface="Britannic Bold" panose="020B0903060703020204" pitchFamily="34" charset="0"/>
              </a:rPr>
              <a:t>Extend</a:t>
            </a:r>
            <a:endParaRPr lang="en-US" sz="1950">
              <a:latin typeface="Britannic Bold" panose="020B0903060703020204" pitchFamily="34" charset="0"/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n-US" sz="1462">
                <a:latin typeface="Britannic Bold" panose="020B0903060703020204" pitchFamily="34" charset="0"/>
              </a:rPr>
              <a:t>((Time to collaborate and participate and try it by yourself)</a:t>
            </a:r>
            <a:endParaRPr lang="en-US" sz="1462" dirty="0">
              <a:latin typeface="Britannic Bold" panose="020B0903060703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2F2415-657E-120E-FF3E-E95237E09BAD}"/>
              </a:ext>
            </a:extLst>
          </p:cNvPr>
          <p:cNvSpPr txBox="1"/>
          <p:nvPr/>
        </p:nvSpPr>
        <p:spPr>
          <a:xfrm>
            <a:off x="3637190" y="5241374"/>
            <a:ext cx="5041446" cy="6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950" dirty="0">
                <a:latin typeface="Britannic Bold" panose="020B0903060703020204" pitchFamily="34" charset="0"/>
              </a:rPr>
              <a:t>Evaluate</a:t>
            </a:r>
            <a:endParaRPr lang="en-US" sz="1462" dirty="0">
              <a:latin typeface="Britannic Bold" panose="020B0903060703020204" pitchFamily="34" charset="0"/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n-US" sz="1462" dirty="0">
                <a:latin typeface="Britannic Bold" panose="020B0903060703020204" pitchFamily="34" charset="0"/>
              </a:rPr>
              <a:t>(End of lesson Assessment)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E42BAB5-2979-F5D1-318E-EDEEB0F74AF2}"/>
              </a:ext>
            </a:extLst>
          </p:cNvPr>
          <p:cNvSpPr/>
          <p:nvPr/>
        </p:nvSpPr>
        <p:spPr>
          <a:xfrm>
            <a:off x="6045427" y="2109956"/>
            <a:ext cx="224975" cy="25507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37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BBB4F201-C268-E114-612F-8FE945C2857B}"/>
              </a:ext>
            </a:extLst>
          </p:cNvPr>
          <p:cNvSpPr/>
          <p:nvPr/>
        </p:nvSpPr>
        <p:spPr>
          <a:xfrm>
            <a:off x="6025245" y="3084415"/>
            <a:ext cx="224975" cy="25507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37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A0E843E4-94F1-13AF-593E-2C0F9C507BCF}"/>
              </a:ext>
            </a:extLst>
          </p:cNvPr>
          <p:cNvSpPr/>
          <p:nvPr/>
        </p:nvSpPr>
        <p:spPr>
          <a:xfrm>
            <a:off x="6025245" y="4013960"/>
            <a:ext cx="224975" cy="25507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37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26DD2357-2406-7630-924B-13813EAB6B5D}"/>
              </a:ext>
            </a:extLst>
          </p:cNvPr>
          <p:cNvSpPr/>
          <p:nvPr/>
        </p:nvSpPr>
        <p:spPr>
          <a:xfrm>
            <a:off x="6025245" y="5037098"/>
            <a:ext cx="224975" cy="25507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37"/>
          </a:p>
        </p:txBody>
      </p:sp>
    </p:spTree>
    <p:extLst>
      <p:ext uri="{BB962C8B-B14F-4D97-AF65-F5344CB8AC3E}">
        <p14:creationId xmlns:p14="http://schemas.microsoft.com/office/powerpoint/2010/main" val="3303591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D73F8-9A61-494E-41A4-92E096570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uple of hands&#10;&#10;AI-generated content may be incorrect.">
            <a:extLst>
              <a:ext uri="{FF2B5EF4-FFF2-40B4-BE49-F238E27FC236}">
                <a16:creationId xmlns:a16="http://schemas.microsoft.com/office/drawing/2014/main" id="{05BBFA73-0EB4-F130-5C79-1BD25F10D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42939"/>
            <a:ext cx="9906000" cy="55721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4CE958-1C15-B5AF-1273-0ED8FA254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571" y="2114812"/>
            <a:ext cx="6668861" cy="333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67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B6B2C-95E9-D87A-C259-E2DA28557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uple of hands&#10;&#10;AI-generated content may be incorrect.">
            <a:extLst>
              <a:ext uri="{FF2B5EF4-FFF2-40B4-BE49-F238E27FC236}">
                <a16:creationId xmlns:a16="http://schemas.microsoft.com/office/drawing/2014/main" id="{89AD0185-F444-23B7-4A14-3A82BB755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42939"/>
            <a:ext cx="9906000" cy="5572125"/>
          </a:xfrm>
          <a:prstGeom prst="rect">
            <a:avLst/>
          </a:prstGeom>
        </p:spPr>
      </p:pic>
      <p:sp>
        <p:nvSpPr>
          <p:cNvPr id="4" name="Rectangle: Beveled 3">
            <a:extLst>
              <a:ext uri="{FF2B5EF4-FFF2-40B4-BE49-F238E27FC236}">
                <a16:creationId xmlns:a16="http://schemas.microsoft.com/office/drawing/2014/main" id="{E1BA88F3-6905-9C72-A6A1-12E8211AE7B0}"/>
              </a:ext>
            </a:extLst>
          </p:cNvPr>
          <p:cNvSpPr/>
          <p:nvPr/>
        </p:nvSpPr>
        <p:spPr>
          <a:xfrm>
            <a:off x="4592412" y="2314015"/>
            <a:ext cx="3671166" cy="2229970"/>
          </a:xfrm>
          <a:prstGeom prst="bevel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37" dirty="0"/>
          </a:p>
        </p:txBody>
      </p:sp>
      <p:sp>
        <p:nvSpPr>
          <p:cNvPr id="6" name="Google Shape;216;p33">
            <a:extLst>
              <a:ext uri="{FF2B5EF4-FFF2-40B4-BE49-F238E27FC236}">
                <a16:creationId xmlns:a16="http://schemas.microsoft.com/office/drawing/2014/main" id="{F659DBCB-3EB3-CB44-46BE-10773E224F06}"/>
              </a:ext>
            </a:extLst>
          </p:cNvPr>
          <p:cNvSpPr txBox="1">
            <a:spLocks/>
          </p:cNvSpPr>
          <p:nvPr/>
        </p:nvSpPr>
        <p:spPr>
          <a:xfrm>
            <a:off x="4885056" y="3206963"/>
            <a:ext cx="3085875" cy="662756"/>
          </a:xfrm>
          <a:prstGeom prst="rect">
            <a:avLst/>
          </a:prstGeom>
        </p:spPr>
        <p:txBody>
          <a:bodyPr spcFirstLastPara="1" vert="horz" wrap="square" lIns="74283" tIns="74283" rIns="74283" bIns="74283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387" b="1" dirty="0"/>
              <a:t>Period 1</a:t>
            </a:r>
          </a:p>
        </p:txBody>
      </p:sp>
      <p:grpSp>
        <p:nvGrpSpPr>
          <p:cNvPr id="7" name="Google Shape;523;p41">
            <a:extLst>
              <a:ext uri="{FF2B5EF4-FFF2-40B4-BE49-F238E27FC236}">
                <a16:creationId xmlns:a16="http://schemas.microsoft.com/office/drawing/2014/main" id="{FFF02760-B0A9-098A-98B0-BE60829063FC}"/>
              </a:ext>
            </a:extLst>
          </p:cNvPr>
          <p:cNvGrpSpPr/>
          <p:nvPr/>
        </p:nvGrpSpPr>
        <p:grpSpPr>
          <a:xfrm rot="940386" flipH="1">
            <a:off x="1828672" y="1738097"/>
            <a:ext cx="1788831" cy="3600488"/>
            <a:chOff x="6488521" y="1168562"/>
            <a:chExt cx="2186053" cy="2611804"/>
          </a:xfrm>
        </p:grpSpPr>
        <p:grpSp>
          <p:nvGrpSpPr>
            <p:cNvPr id="8" name="Google Shape;524;p41">
              <a:extLst>
                <a:ext uri="{FF2B5EF4-FFF2-40B4-BE49-F238E27FC236}">
                  <a16:creationId xmlns:a16="http://schemas.microsoft.com/office/drawing/2014/main" id="{953419F7-5BD9-5498-F9D0-3A5730FC741E}"/>
                </a:ext>
              </a:extLst>
            </p:cNvPr>
            <p:cNvGrpSpPr/>
            <p:nvPr/>
          </p:nvGrpSpPr>
          <p:grpSpPr>
            <a:xfrm>
              <a:off x="6488521" y="1168562"/>
              <a:ext cx="2186053" cy="2611804"/>
              <a:chOff x="6046625" y="943900"/>
              <a:chExt cx="1257075" cy="1501900"/>
            </a:xfrm>
          </p:grpSpPr>
          <p:sp>
            <p:nvSpPr>
              <p:cNvPr id="15" name="Google Shape;525;p41">
                <a:extLst>
                  <a:ext uri="{FF2B5EF4-FFF2-40B4-BE49-F238E27FC236}">
                    <a16:creationId xmlns:a16="http://schemas.microsoft.com/office/drawing/2014/main" id="{44D513CF-8753-FA0B-A86E-2C7674F2DA08}"/>
                  </a:ext>
                </a:extLst>
              </p:cNvPr>
              <p:cNvSpPr/>
              <p:nvPr/>
            </p:nvSpPr>
            <p:spPr>
              <a:xfrm>
                <a:off x="6196100" y="1421500"/>
                <a:ext cx="412575" cy="649400"/>
              </a:xfrm>
              <a:custGeom>
                <a:avLst/>
                <a:gdLst/>
                <a:ahLst/>
                <a:cxnLst/>
                <a:rect l="l" t="t" r="r" b="b"/>
                <a:pathLst>
                  <a:path w="16503" h="25976" extrusionOk="0">
                    <a:moveTo>
                      <a:pt x="2944" y="0"/>
                    </a:moveTo>
                    <a:cubicBezTo>
                      <a:pt x="822" y="1712"/>
                      <a:pt x="0" y="4679"/>
                      <a:pt x="274" y="7373"/>
                    </a:cubicBezTo>
                    <a:cubicBezTo>
                      <a:pt x="548" y="10089"/>
                      <a:pt x="1780" y="12623"/>
                      <a:pt x="3127" y="14974"/>
                    </a:cubicBezTo>
                    <a:cubicBezTo>
                      <a:pt x="5410" y="18945"/>
                      <a:pt x="8149" y="22643"/>
                      <a:pt x="11276" y="25975"/>
                    </a:cubicBezTo>
                    <a:cubicBezTo>
                      <a:pt x="11983" y="22346"/>
                      <a:pt x="13832" y="18968"/>
                      <a:pt x="16503" y="16412"/>
                    </a:cubicBezTo>
                    <a:lnTo>
                      <a:pt x="29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  <p:sp>
            <p:nvSpPr>
              <p:cNvPr id="16" name="Google Shape;526;p41">
                <a:extLst>
                  <a:ext uri="{FF2B5EF4-FFF2-40B4-BE49-F238E27FC236}">
                    <a16:creationId xmlns:a16="http://schemas.microsoft.com/office/drawing/2014/main" id="{869672C6-A949-74C2-B73F-C050F2C2A277}"/>
                  </a:ext>
                </a:extLst>
              </p:cNvPr>
              <p:cNvSpPr/>
              <p:nvPr/>
            </p:nvSpPr>
            <p:spPr>
              <a:xfrm>
                <a:off x="6520775" y="1169150"/>
                <a:ext cx="601475" cy="449225"/>
              </a:xfrm>
              <a:custGeom>
                <a:avLst/>
                <a:gdLst/>
                <a:ahLst/>
                <a:cxnLst/>
                <a:rect l="l" t="t" r="r" b="b"/>
                <a:pathLst>
                  <a:path w="24059" h="17969" extrusionOk="0">
                    <a:moveTo>
                      <a:pt x="4985" y="0"/>
                    </a:moveTo>
                    <a:cubicBezTo>
                      <a:pt x="3171" y="0"/>
                      <a:pt x="1372" y="519"/>
                      <a:pt x="1" y="1695"/>
                    </a:cubicBezTo>
                    <a:lnTo>
                      <a:pt x="13741" y="17969"/>
                    </a:lnTo>
                    <a:cubicBezTo>
                      <a:pt x="16709" y="15801"/>
                      <a:pt x="20384" y="14591"/>
                      <a:pt x="24059" y="14545"/>
                    </a:cubicBezTo>
                    <a:cubicBezTo>
                      <a:pt x="21342" y="10870"/>
                      <a:pt x="18192" y="7515"/>
                      <a:pt x="14723" y="4571"/>
                    </a:cubicBezTo>
                    <a:cubicBezTo>
                      <a:pt x="12623" y="2813"/>
                      <a:pt x="10363" y="1147"/>
                      <a:pt x="7738" y="393"/>
                    </a:cubicBezTo>
                    <a:cubicBezTo>
                      <a:pt x="6854" y="138"/>
                      <a:pt x="5918" y="0"/>
                      <a:pt x="49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  <p:sp>
            <p:nvSpPr>
              <p:cNvPr id="17" name="Google Shape;527;p41">
                <a:extLst>
                  <a:ext uri="{FF2B5EF4-FFF2-40B4-BE49-F238E27FC236}">
                    <a16:creationId xmlns:a16="http://schemas.microsoft.com/office/drawing/2014/main" id="{C6C6B2C8-F539-D26F-4C7A-D83EE9EB04E3}"/>
                  </a:ext>
                </a:extLst>
              </p:cNvPr>
              <p:cNvSpPr/>
              <p:nvPr/>
            </p:nvSpPr>
            <p:spPr>
              <a:xfrm>
                <a:off x="6222325" y="1173275"/>
                <a:ext cx="724750" cy="765425"/>
              </a:xfrm>
              <a:custGeom>
                <a:avLst/>
                <a:gdLst/>
                <a:ahLst/>
                <a:cxnLst/>
                <a:rect l="l" t="t" r="r" b="b"/>
                <a:pathLst>
                  <a:path w="28990" h="30617" extrusionOk="0">
                    <a:moveTo>
                      <a:pt x="10980" y="0"/>
                    </a:moveTo>
                    <a:lnTo>
                      <a:pt x="10980" y="0"/>
                    </a:lnTo>
                    <a:cubicBezTo>
                      <a:pt x="12149" y="2598"/>
                      <a:pt x="8945" y="5113"/>
                      <a:pt x="6431" y="5113"/>
                    </a:cubicBezTo>
                    <a:cubicBezTo>
                      <a:pt x="6294" y="5113"/>
                      <a:pt x="6159" y="5106"/>
                      <a:pt x="6027" y="5090"/>
                    </a:cubicBezTo>
                    <a:cubicBezTo>
                      <a:pt x="5867" y="6528"/>
                      <a:pt x="4840" y="8035"/>
                      <a:pt x="3858" y="8834"/>
                    </a:cubicBezTo>
                    <a:cubicBezTo>
                      <a:pt x="2826" y="9639"/>
                      <a:pt x="1625" y="10034"/>
                      <a:pt x="391" y="10034"/>
                    </a:cubicBezTo>
                    <a:cubicBezTo>
                      <a:pt x="261" y="10034"/>
                      <a:pt x="131" y="10029"/>
                      <a:pt x="1" y="10021"/>
                    </a:cubicBezTo>
                    <a:lnTo>
                      <a:pt x="1" y="10021"/>
                    </a:lnTo>
                    <a:lnTo>
                      <a:pt x="14974" y="27961"/>
                    </a:lnTo>
                    <a:cubicBezTo>
                      <a:pt x="16443" y="29710"/>
                      <a:pt x="18553" y="30617"/>
                      <a:pt x="20680" y="30617"/>
                    </a:cubicBezTo>
                    <a:cubicBezTo>
                      <a:pt x="22355" y="30617"/>
                      <a:pt x="24040" y="30054"/>
                      <a:pt x="25428" y="28897"/>
                    </a:cubicBezTo>
                    <a:cubicBezTo>
                      <a:pt x="28578" y="26272"/>
                      <a:pt x="28989" y="21593"/>
                      <a:pt x="26364" y="18443"/>
                    </a:cubicBezTo>
                    <a:lnTo>
                      <a:pt x="10980" y="0"/>
                    </a:lnTo>
                    <a:close/>
                  </a:path>
                </a:pathLst>
              </a:custGeom>
              <a:solidFill>
                <a:srgbClr val="FDB03F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  <p:sp>
            <p:nvSpPr>
              <p:cNvPr id="18" name="Google Shape;528;p41">
                <a:extLst>
                  <a:ext uri="{FF2B5EF4-FFF2-40B4-BE49-F238E27FC236}">
                    <a16:creationId xmlns:a16="http://schemas.microsoft.com/office/drawing/2014/main" id="{C15CD32A-47FB-49F2-E52F-27D6935EACA2}"/>
                  </a:ext>
                </a:extLst>
              </p:cNvPr>
              <p:cNvSpPr/>
              <p:nvPr/>
            </p:nvSpPr>
            <p:spPr>
              <a:xfrm>
                <a:off x="6046625" y="943900"/>
                <a:ext cx="414250" cy="423975"/>
              </a:xfrm>
              <a:custGeom>
                <a:avLst/>
                <a:gdLst/>
                <a:ahLst/>
                <a:cxnLst/>
                <a:rect l="l" t="t" r="r" b="b"/>
                <a:pathLst>
                  <a:path w="16570" h="16959" extrusionOk="0">
                    <a:moveTo>
                      <a:pt x="2505" y="1"/>
                    </a:moveTo>
                    <a:cubicBezTo>
                      <a:pt x="1143" y="1"/>
                      <a:pt x="0" y="1204"/>
                      <a:pt x="159" y="2647"/>
                    </a:cubicBezTo>
                    <a:lnTo>
                      <a:pt x="1323" y="12348"/>
                    </a:lnTo>
                    <a:lnTo>
                      <a:pt x="5180" y="16959"/>
                    </a:lnTo>
                    <a:lnTo>
                      <a:pt x="16570" y="7441"/>
                    </a:lnTo>
                    <a:lnTo>
                      <a:pt x="12712" y="2830"/>
                    </a:lnTo>
                    <a:lnTo>
                      <a:pt x="3149" y="91"/>
                    </a:lnTo>
                    <a:cubicBezTo>
                      <a:pt x="2932" y="30"/>
                      <a:pt x="2716" y="1"/>
                      <a:pt x="2505" y="1"/>
                    </a:cubicBezTo>
                    <a:close/>
                  </a:path>
                </a:pathLst>
              </a:custGeom>
              <a:solidFill>
                <a:srgbClr val="D4F3F5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  <p:sp>
            <p:nvSpPr>
              <p:cNvPr id="19" name="Google Shape;529;p41">
                <a:extLst>
                  <a:ext uri="{FF2B5EF4-FFF2-40B4-BE49-F238E27FC236}">
                    <a16:creationId xmlns:a16="http://schemas.microsoft.com/office/drawing/2014/main" id="{6425F07B-F227-4547-1BF6-A23BAB3A242F}"/>
                  </a:ext>
                </a:extLst>
              </p:cNvPr>
              <p:cNvSpPr/>
              <p:nvPr/>
            </p:nvSpPr>
            <p:spPr>
              <a:xfrm>
                <a:off x="6046625" y="943900"/>
                <a:ext cx="126650" cy="113550"/>
              </a:xfrm>
              <a:custGeom>
                <a:avLst/>
                <a:gdLst/>
                <a:ahLst/>
                <a:cxnLst/>
                <a:rect l="l" t="t" r="r" b="b"/>
                <a:pathLst>
                  <a:path w="5066" h="4542" extrusionOk="0">
                    <a:moveTo>
                      <a:pt x="2505" y="1"/>
                    </a:moveTo>
                    <a:cubicBezTo>
                      <a:pt x="1143" y="1"/>
                      <a:pt x="0" y="1204"/>
                      <a:pt x="159" y="2647"/>
                    </a:cubicBezTo>
                    <a:lnTo>
                      <a:pt x="387" y="4542"/>
                    </a:lnTo>
                    <a:lnTo>
                      <a:pt x="5066" y="639"/>
                    </a:lnTo>
                    <a:lnTo>
                      <a:pt x="3149" y="91"/>
                    </a:lnTo>
                    <a:cubicBezTo>
                      <a:pt x="2932" y="30"/>
                      <a:pt x="2716" y="1"/>
                      <a:pt x="2505" y="1"/>
                    </a:cubicBezTo>
                    <a:close/>
                  </a:path>
                </a:pathLst>
              </a:custGeom>
              <a:solidFill>
                <a:srgbClr val="002C44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  <p:sp>
            <p:nvSpPr>
              <p:cNvPr id="20" name="Google Shape;530;p41">
                <a:extLst>
                  <a:ext uri="{FF2B5EF4-FFF2-40B4-BE49-F238E27FC236}">
                    <a16:creationId xmlns:a16="http://schemas.microsoft.com/office/drawing/2014/main" id="{91EF0502-8BC1-A2F9-84D6-0039A92E2301}"/>
                  </a:ext>
                </a:extLst>
              </p:cNvPr>
              <p:cNvSpPr/>
              <p:nvPr/>
            </p:nvSpPr>
            <p:spPr>
              <a:xfrm>
                <a:off x="6899675" y="1981475"/>
                <a:ext cx="404025" cy="464325"/>
              </a:xfrm>
              <a:custGeom>
                <a:avLst/>
                <a:gdLst/>
                <a:ahLst/>
                <a:cxnLst/>
                <a:rect l="l" t="t" r="r" b="b"/>
                <a:pathLst>
                  <a:path w="16161" h="18573" extrusionOk="0">
                    <a:moveTo>
                      <a:pt x="5578" y="0"/>
                    </a:moveTo>
                    <a:cubicBezTo>
                      <a:pt x="4862" y="0"/>
                      <a:pt x="4146" y="99"/>
                      <a:pt x="3447" y="312"/>
                    </a:cubicBezTo>
                    <a:cubicBezTo>
                      <a:pt x="2808" y="495"/>
                      <a:pt x="2101" y="815"/>
                      <a:pt x="1781" y="1431"/>
                    </a:cubicBezTo>
                    <a:cubicBezTo>
                      <a:pt x="800" y="3325"/>
                      <a:pt x="1" y="5288"/>
                      <a:pt x="526" y="7502"/>
                    </a:cubicBezTo>
                    <a:cubicBezTo>
                      <a:pt x="868" y="9009"/>
                      <a:pt x="1758" y="10378"/>
                      <a:pt x="2762" y="11565"/>
                    </a:cubicBezTo>
                    <a:cubicBezTo>
                      <a:pt x="6072" y="15537"/>
                      <a:pt x="11002" y="18116"/>
                      <a:pt x="16161" y="18573"/>
                    </a:cubicBezTo>
                    <a:cubicBezTo>
                      <a:pt x="15727" y="17020"/>
                      <a:pt x="15179" y="15514"/>
                      <a:pt x="14518" y="14053"/>
                    </a:cubicBezTo>
                    <a:cubicBezTo>
                      <a:pt x="14198" y="13300"/>
                      <a:pt x="13833" y="12592"/>
                      <a:pt x="13445" y="11885"/>
                    </a:cubicBezTo>
                    <a:cubicBezTo>
                      <a:pt x="13148" y="11291"/>
                      <a:pt x="12623" y="10698"/>
                      <a:pt x="12395" y="10082"/>
                    </a:cubicBezTo>
                    <a:cubicBezTo>
                      <a:pt x="11961" y="8872"/>
                      <a:pt x="14358" y="8826"/>
                      <a:pt x="15043" y="8461"/>
                    </a:cubicBezTo>
                    <a:cubicBezTo>
                      <a:pt x="15819" y="8050"/>
                      <a:pt x="15590" y="7525"/>
                      <a:pt x="15225" y="6863"/>
                    </a:cubicBezTo>
                    <a:cubicBezTo>
                      <a:pt x="14540" y="5517"/>
                      <a:pt x="13673" y="4238"/>
                      <a:pt x="12600" y="3166"/>
                    </a:cubicBezTo>
                    <a:cubicBezTo>
                      <a:pt x="10759" y="1289"/>
                      <a:pt x="8163" y="0"/>
                      <a:pt x="55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  <p:sp>
            <p:nvSpPr>
              <p:cNvPr id="21" name="Google Shape;531;p41">
                <a:extLst>
                  <a:ext uri="{FF2B5EF4-FFF2-40B4-BE49-F238E27FC236}">
                    <a16:creationId xmlns:a16="http://schemas.microsoft.com/office/drawing/2014/main" id="{FAF937AF-5285-509B-2B7D-9F22E2E3C534}"/>
                  </a:ext>
                </a:extLst>
              </p:cNvPr>
              <p:cNvSpPr/>
              <p:nvPr/>
            </p:nvSpPr>
            <p:spPr>
              <a:xfrm>
                <a:off x="6909375" y="1976225"/>
                <a:ext cx="240825" cy="276700"/>
              </a:xfrm>
              <a:custGeom>
                <a:avLst/>
                <a:gdLst/>
                <a:ahLst/>
                <a:cxnLst/>
                <a:rect l="l" t="t" r="r" b="b"/>
                <a:pathLst>
                  <a:path w="9633" h="11068" extrusionOk="0">
                    <a:moveTo>
                      <a:pt x="3314" y="0"/>
                    </a:moveTo>
                    <a:cubicBezTo>
                      <a:pt x="2890" y="0"/>
                      <a:pt x="2467" y="57"/>
                      <a:pt x="2055" y="180"/>
                    </a:cubicBezTo>
                    <a:cubicBezTo>
                      <a:pt x="1690" y="294"/>
                      <a:pt x="1256" y="500"/>
                      <a:pt x="1073" y="865"/>
                    </a:cubicBezTo>
                    <a:cubicBezTo>
                      <a:pt x="480" y="1983"/>
                      <a:pt x="1" y="3147"/>
                      <a:pt x="320" y="4471"/>
                    </a:cubicBezTo>
                    <a:cubicBezTo>
                      <a:pt x="526" y="5384"/>
                      <a:pt x="1051" y="6183"/>
                      <a:pt x="1644" y="6891"/>
                    </a:cubicBezTo>
                    <a:cubicBezTo>
                      <a:pt x="3630" y="9264"/>
                      <a:pt x="6552" y="10794"/>
                      <a:pt x="9633" y="11068"/>
                    </a:cubicBezTo>
                    <a:cubicBezTo>
                      <a:pt x="9382" y="10155"/>
                      <a:pt x="9039" y="9242"/>
                      <a:pt x="8651" y="8374"/>
                    </a:cubicBezTo>
                    <a:cubicBezTo>
                      <a:pt x="8469" y="7941"/>
                      <a:pt x="8241" y="7507"/>
                      <a:pt x="8012" y="7073"/>
                    </a:cubicBezTo>
                    <a:cubicBezTo>
                      <a:pt x="7830" y="6731"/>
                      <a:pt x="7533" y="6366"/>
                      <a:pt x="7396" y="6000"/>
                    </a:cubicBezTo>
                    <a:cubicBezTo>
                      <a:pt x="7122" y="5293"/>
                      <a:pt x="8560" y="5247"/>
                      <a:pt x="8971" y="5042"/>
                    </a:cubicBezTo>
                    <a:cubicBezTo>
                      <a:pt x="9428" y="4791"/>
                      <a:pt x="9291" y="4494"/>
                      <a:pt x="9085" y="4083"/>
                    </a:cubicBezTo>
                    <a:cubicBezTo>
                      <a:pt x="8651" y="3284"/>
                      <a:pt x="8149" y="2531"/>
                      <a:pt x="7510" y="1892"/>
                    </a:cubicBezTo>
                    <a:cubicBezTo>
                      <a:pt x="6417" y="763"/>
                      <a:pt x="4860" y="0"/>
                      <a:pt x="3314" y="0"/>
                    </a:cubicBezTo>
                    <a:close/>
                  </a:path>
                </a:pathLst>
              </a:custGeom>
              <a:solidFill>
                <a:srgbClr val="FDB03F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  <p:sp>
            <p:nvSpPr>
              <p:cNvPr id="22" name="Google Shape;532;p41">
                <a:extLst>
                  <a:ext uri="{FF2B5EF4-FFF2-40B4-BE49-F238E27FC236}">
                    <a16:creationId xmlns:a16="http://schemas.microsoft.com/office/drawing/2014/main" id="{29735918-30F7-D9E4-79BF-92B1C62A3B1E}"/>
                  </a:ext>
                </a:extLst>
              </p:cNvPr>
              <p:cNvSpPr/>
              <p:nvPr/>
            </p:nvSpPr>
            <p:spPr>
              <a:xfrm>
                <a:off x="6089950" y="1014625"/>
                <a:ext cx="778375" cy="841150"/>
              </a:xfrm>
              <a:custGeom>
                <a:avLst/>
                <a:gdLst/>
                <a:ahLst/>
                <a:cxnLst/>
                <a:rect l="l" t="t" r="r" b="b"/>
                <a:pathLst>
                  <a:path w="31135" h="33646" extrusionOk="0">
                    <a:moveTo>
                      <a:pt x="10979" y="1"/>
                    </a:moveTo>
                    <a:cubicBezTo>
                      <a:pt x="12148" y="2598"/>
                      <a:pt x="8945" y="5114"/>
                      <a:pt x="6431" y="5114"/>
                    </a:cubicBezTo>
                    <a:cubicBezTo>
                      <a:pt x="6294" y="5114"/>
                      <a:pt x="6159" y="5106"/>
                      <a:pt x="6026" y="5091"/>
                    </a:cubicBezTo>
                    <a:cubicBezTo>
                      <a:pt x="5867" y="6529"/>
                      <a:pt x="4839" y="8035"/>
                      <a:pt x="3858" y="8834"/>
                    </a:cubicBezTo>
                    <a:cubicBezTo>
                      <a:pt x="2825" y="9640"/>
                      <a:pt x="1624" y="10034"/>
                      <a:pt x="390" y="10034"/>
                    </a:cubicBezTo>
                    <a:cubicBezTo>
                      <a:pt x="261" y="10034"/>
                      <a:pt x="131" y="10030"/>
                      <a:pt x="1" y="10021"/>
                    </a:cubicBezTo>
                    <a:lnTo>
                      <a:pt x="1" y="10021"/>
                    </a:lnTo>
                    <a:lnTo>
                      <a:pt x="19744" y="33645"/>
                    </a:lnTo>
                    <a:lnTo>
                      <a:pt x="31134" y="24127"/>
                    </a:lnTo>
                    <a:lnTo>
                      <a:pt x="10979" y="1"/>
                    </a:lnTo>
                    <a:close/>
                  </a:path>
                </a:pathLst>
              </a:custGeom>
              <a:solidFill>
                <a:srgbClr val="01B8C1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</p:grpSp>
        <p:grpSp>
          <p:nvGrpSpPr>
            <p:cNvPr id="9" name="Google Shape;533;p41">
              <a:extLst>
                <a:ext uri="{FF2B5EF4-FFF2-40B4-BE49-F238E27FC236}">
                  <a16:creationId xmlns:a16="http://schemas.microsoft.com/office/drawing/2014/main" id="{B195C5E5-1A21-3B7A-56AB-1F30B139326D}"/>
                </a:ext>
              </a:extLst>
            </p:cNvPr>
            <p:cNvGrpSpPr/>
            <p:nvPr/>
          </p:nvGrpSpPr>
          <p:grpSpPr>
            <a:xfrm rot="-4308887">
              <a:off x="6799941" y="1623534"/>
              <a:ext cx="491462" cy="379660"/>
              <a:chOff x="3732675" y="3565925"/>
              <a:chExt cx="215725" cy="166650"/>
            </a:xfrm>
          </p:grpSpPr>
          <p:sp>
            <p:nvSpPr>
              <p:cNvPr id="10" name="Google Shape;534;p41">
                <a:extLst>
                  <a:ext uri="{FF2B5EF4-FFF2-40B4-BE49-F238E27FC236}">
                    <a16:creationId xmlns:a16="http://schemas.microsoft.com/office/drawing/2014/main" id="{F46F8460-CF90-C6C2-229C-8FF68E826EA2}"/>
                  </a:ext>
                </a:extLst>
              </p:cNvPr>
              <p:cNvSpPr/>
              <p:nvPr/>
            </p:nvSpPr>
            <p:spPr>
              <a:xfrm>
                <a:off x="3820550" y="3608900"/>
                <a:ext cx="63350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2534" h="2162" extrusionOk="0">
                    <a:moveTo>
                      <a:pt x="671" y="1"/>
                    </a:moveTo>
                    <a:cubicBezTo>
                      <a:pt x="438" y="1"/>
                      <a:pt x="214" y="154"/>
                      <a:pt x="137" y="404"/>
                    </a:cubicBezTo>
                    <a:cubicBezTo>
                      <a:pt x="0" y="929"/>
                      <a:pt x="183" y="1500"/>
                      <a:pt x="617" y="1842"/>
                    </a:cubicBezTo>
                    <a:cubicBezTo>
                      <a:pt x="868" y="2048"/>
                      <a:pt x="1187" y="2162"/>
                      <a:pt x="1507" y="2162"/>
                    </a:cubicBezTo>
                    <a:cubicBezTo>
                      <a:pt x="1712" y="2162"/>
                      <a:pt x="1940" y="2116"/>
                      <a:pt x="2146" y="2002"/>
                    </a:cubicBezTo>
                    <a:cubicBezTo>
                      <a:pt x="2420" y="1865"/>
                      <a:pt x="2534" y="1546"/>
                      <a:pt x="2397" y="1272"/>
                    </a:cubicBezTo>
                    <a:cubicBezTo>
                      <a:pt x="2300" y="1094"/>
                      <a:pt x="2100" y="985"/>
                      <a:pt x="1903" y="985"/>
                    </a:cubicBezTo>
                    <a:cubicBezTo>
                      <a:pt x="1821" y="985"/>
                      <a:pt x="1740" y="1003"/>
                      <a:pt x="1667" y="1043"/>
                    </a:cubicBezTo>
                    <a:cubicBezTo>
                      <a:pt x="1616" y="1069"/>
                      <a:pt x="1567" y="1078"/>
                      <a:pt x="1522" y="1078"/>
                    </a:cubicBezTo>
                    <a:cubicBezTo>
                      <a:pt x="1406" y="1078"/>
                      <a:pt x="1318" y="1014"/>
                      <a:pt x="1301" y="998"/>
                    </a:cubicBezTo>
                    <a:cubicBezTo>
                      <a:pt x="1233" y="952"/>
                      <a:pt x="1142" y="838"/>
                      <a:pt x="1187" y="678"/>
                    </a:cubicBezTo>
                    <a:cubicBezTo>
                      <a:pt x="1278" y="404"/>
                      <a:pt x="1096" y="85"/>
                      <a:pt x="799" y="16"/>
                    </a:cubicBezTo>
                    <a:cubicBezTo>
                      <a:pt x="757" y="6"/>
                      <a:pt x="714" y="1"/>
                      <a:pt x="671" y="1"/>
                    </a:cubicBezTo>
                    <a:close/>
                  </a:path>
                </a:pathLst>
              </a:custGeom>
              <a:solidFill>
                <a:srgbClr val="3F2732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  <p:sp>
            <p:nvSpPr>
              <p:cNvPr id="11" name="Google Shape;535;p41">
                <a:extLst>
                  <a:ext uri="{FF2B5EF4-FFF2-40B4-BE49-F238E27FC236}">
                    <a16:creationId xmlns:a16="http://schemas.microsoft.com/office/drawing/2014/main" id="{E21D84E5-B7C3-A644-6252-9368A7D6DEA8}"/>
                  </a:ext>
                </a:extLst>
              </p:cNvPr>
              <p:cNvSpPr/>
              <p:nvPr/>
            </p:nvSpPr>
            <p:spPr>
              <a:xfrm>
                <a:off x="3818825" y="3575775"/>
                <a:ext cx="291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1062" extrusionOk="0">
                    <a:moveTo>
                      <a:pt x="583" y="0"/>
                    </a:moveTo>
                    <a:cubicBezTo>
                      <a:pt x="446" y="0"/>
                      <a:pt x="309" y="52"/>
                      <a:pt x="206" y="154"/>
                    </a:cubicBezTo>
                    <a:cubicBezTo>
                      <a:pt x="1" y="360"/>
                      <a:pt x="1" y="702"/>
                      <a:pt x="206" y="908"/>
                    </a:cubicBezTo>
                    <a:cubicBezTo>
                      <a:pt x="309" y="1010"/>
                      <a:pt x="446" y="1062"/>
                      <a:pt x="583" y="1062"/>
                    </a:cubicBezTo>
                    <a:cubicBezTo>
                      <a:pt x="720" y="1062"/>
                      <a:pt x="857" y="1010"/>
                      <a:pt x="959" y="908"/>
                    </a:cubicBezTo>
                    <a:cubicBezTo>
                      <a:pt x="1165" y="702"/>
                      <a:pt x="1165" y="360"/>
                      <a:pt x="959" y="154"/>
                    </a:cubicBezTo>
                    <a:cubicBezTo>
                      <a:pt x="857" y="52"/>
                      <a:pt x="720" y="0"/>
                      <a:pt x="583" y="0"/>
                    </a:cubicBezTo>
                    <a:close/>
                  </a:path>
                </a:pathLst>
              </a:custGeom>
              <a:solidFill>
                <a:srgbClr val="3F2732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  <p:sp>
            <p:nvSpPr>
              <p:cNvPr id="12" name="Google Shape;536;p41">
                <a:extLst>
                  <a:ext uri="{FF2B5EF4-FFF2-40B4-BE49-F238E27FC236}">
                    <a16:creationId xmlns:a16="http://schemas.microsoft.com/office/drawing/2014/main" id="{489FA973-CB30-B680-00A9-A7084B93C56E}"/>
                  </a:ext>
                </a:extLst>
              </p:cNvPr>
              <p:cNvSpPr/>
              <p:nvPr/>
            </p:nvSpPr>
            <p:spPr>
              <a:xfrm>
                <a:off x="3886175" y="3621425"/>
                <a:ext cx="29125" cy="26550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1062" extrusionOk="0">
                    <a:moveTo>
                      <a:pt x="582" y="0"/>
                    </a:moveTo>
                    <a:cubicBezTo>
                      <a:pt x="445" y="0"/>
                      <a:pt x="308" y="52"/>
                      <a:pt x="206" y="154"/>
                    </a:cubicBezTo>
                    <a:cubicBezTo>
                      <a:pt x="0" y="360"/>
                      <a:pt x="0" y="702"/>
                      <a:pt x="206" y="908"/>
                    </a:cubicBezTo>
                    <a:cubicBezTo>
                      <a:pt x="308" y="1010"/>
                      <a:pt x="445" y="1062"/>
                      <a:pt x="582" y="1062"/>
                    </a:cubicBezTo>
                    <a:cubicBezTo>
                      <a:pt x="719" y="1062"/>
                      <a:pt x="856" y="1010"/>
                      <a:pt x="959" y="908"/>
                    </a:cubicBezTo>
                    <a:cubicBezTo>
                      <a:pt x="1164" y="702"/>
                      <a:pt x="1164" y="360"/>
                      <a:pt x="959" y="154"/>
                    </a:cubicBezTo>
                    <a:cubicBezTo>
                      <a:pt x="856" y="52"/>
                      <a:pt x="719" y="0"/>
                      <a:pt x="582" y="0"/>
                    </a:cubicBezTo>
                    <a:close/>
                  </a:path>
                </a:pathLst>
              </a:custGeom>
              <a:solidFill>
                <a:srgbClr val="3F2732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  <p:sp>
            <p:nvSpPr>
              <p:cNvPr id="13" name="Google Shape;537;p41">
                <a:extLst>
                  <a:ext uri="{FF2B5EF4-FFF2-40B4-BE49-F238E27FC236}">
                    <a16:creationId xmlns:a16="http://schemas.microsoft.com/office/drawing/2014/main" id="{FFD66938-FE5B-B67F-5B53-65450DFB2C60}"/>
                  </a:ext>
                </a:extLst>
              </p:cNvPr>
              <p:cNvSpPr/>
              <p:nvPr/>
            </p:nvSpPr>
            <p:spPr>
              <a:xfrm>
                <a:off x="3878750" y="3662925"/>
                <a:ext cx="69650" cy="69650"/>
              </a:xfrm>
              <a:custGeom>
                <a:avLst/>
                <a:gdLst/>
                <a:ahLst/>
                <a:cxnLst/>
                <a:rect l="l" t="t" r="r" b="b"/>
                <a:pathLst>
                  <a:path w="2786" h="2786" extrusionOk="0">
                    <a:moveTo>
                      <a:pt x="1393" y="1"/>
                    </a:moveTo>
                    <a:cubicBezTo>
                      <a:pt x="640" y="1"/>
                      <a:pt x="0" y="617"/>
                      <a:pt x="0" y="1393"/>
                    </a:cubicBezTo>
                    <a:cubicBezTo>
                      <a:pt x="0" y="2146"/>
                      <a:pt x="640" y="2786"/>
                      <a:pt x="1393" y="2786"/>
                    </a:cubicBezTo>
                    <a:cubicBezTo>
                      <a:pt x="2169" y="2786"/>
                      <a:pt x="2785" y="2146"/>
                      <a:pt x="2785" y="1393"/>
                    </a:cubicBezTo>
                    <a:cubicBezTo>
                      <a:pt x="2785" y="617"/>
                      <a:pt x="2169" y="1"/>
                      <a:pt x="1393" y="1"/>
                    </a:cubicBezTo>
                    <a:close/>
                  </a:path>
                </a:pathLst>
              </a:custGeom>
              <a:solidFill>
                <a:srgbClr val="FF512B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  <p:sp>
            <p:nvSpPr>
              <p:cNvPr id="14" name="Google Shape;538;p41">
                <a:extLst>
                  <a:ext uri="{FF2B5EF4-FFF2-40B4-BE49-F238E27FC236}">
                    <a16:creationId xmlns:a16="http://schemas.microsoft.com/office/drawing/2014/main" id="{FDB38F42-480B-A063-A1DE-3BB1B54B94CF}"/>
                  </a:ext>
                </a:extLst>
              </p:cNvPr>
              <p:cNvSpPr/>
              <p:nvPr/>
            </p:nvSpPr>
            <p:spPr>
              <a:xfrm>
                <a:off x="3732675" y="3565925"/>
                <a:ext cx="69625" cy="69650"/>
              </a:xfrm>
              <a:custGeom>
                <a:avLst/>
                <a:gdLst/>
                <a:ahLst/>
                <a:cxnLst/>
                <a:rect l="l" t="t" r="r" b="b"/>
                <a:pathLst>
                  <a:path w="2785" h="2786" extrusionOk="0">
                    <a:moveTo>
                      <a:pt x="1393" y="1"/>
                    </a:moveTo>
                    <a:cubicBezTo>
                      <a:pt x="639" y="1"/>
                      <a:pt x="0" y="617"/>
                      <a:pt x="0" y="1393"/>
                    </a:cubicBezTo>
                    <a:cubicBezTo>
                      <a:pt x="0" y="2169"/>
                      <a:pt x="639" y="2785"/>
                      <a:pt x="1393" y="2785"/>
                    </a:cubicBezTo>
                    <a:cubicBezTo>
                      <a:pt x="2169" y="2785"/>
                      <a:pt x="2785" y="2169"/>
                      <a:pt x="2785" y="1393"/>
                    </a:cubicBezTo>
                    <a:cubicBezTo>
                      <a:pt x="2785" y="617"/>
                      <a:pt x="2169" y="1"/>
                      <a:pt x="1393" y="1"/>
                    </a:cubicBezTo>
                    <a:close/>
                  </a:path>
                </a:pathLst>
              </a:custGeom>
              <a:solidFill>
                <a:srgbClr val="FF512B"/>
              </a:solidFill>
              <a:ln>
                <a:noFill/>
              </a:ln>
            </p:spPr>
            <p:txBody>
              <a:bodyPr spcFirstLastPara="1" wrap="square" lIns="74283" tIns="74283" rIns="74283" bIns="74283" anchor="ctr" anchorCtr="0">
                <a:noAutofit/>
              </a:bodyPr>
              <a:lstStyle/>
              <a:p>
                <a:endParaRPr sz="1137"/>
              </a:p>
            </p:txBody>
          </p:sp>
        </p:grpSp>
      </p:grpSp>
      <p:cxnSp>
        <p:nvCxnSpPr>
          <p:cNvPr id="23" name="Google Shape;522;p41">
            <a:extLst>
              <a:ext uri="{FF2B5EF4-FFF2-40B4-BE49-F238E27FC236}">
                <a16:creationId xmlns:a16="http://schemas.microsoft.com/office/drawing/2014/main" id="{2FB1AD7C-E8E2-23C0-5A95-281893384F0F}"/>
              </a:ext>
            </a:extLst>
          </p:cNvPr>
          <p:cNvCxnSpPr>
            <a:cxnSpLocks/>
          </p:cNvCxnSpPr>
          <p:nvPr/>
        </p:nvCxnSpPr>
        <p:spPr>
          <a:xfrm flipV="1">
            <a:off x="7113135" y="3116641"/>
            <a:ext cx="3838575" cy="3098423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26" name="Google Shape;554;p42">
            <a:extLst>
              <a:ext uri="{FF2B5EF4-FFF2-40B4-BE49-F238E27FC236}">
                <a16:creationId xmlns:a16="http://schemas.microsoft.com/office/drawing/2014/main" id="{02C52186-146E-CB5C-7996-38CF33CACA2F}"/>
              </a:ext>
            </a:extLst>
          </p:cNvPr>
          <p:cNvGrpSpPr/>
          <p:nvPr/>
        </p:nvGrpSpPr>
        <p:grpSpPr>
          <a:xfrm rot="19858333" flipH="1">
            <a:off x="7447877" y="5304720"/>
            <a:ext cx="1046111" cy="595298"/>
            <a:chOff x="662100" y="3188175"/>
            <a:chExt cx="1216025" cy="732700"/>
          </a:xfrm>
        </p:grpSpPr>
        <p:sp>
          <p:nvSpPr>
            <p:cNvPr id="27" name="Google Shape;555;p42">
              <a:extLst>
                <a:ext uri="{FF2B5EF4-FFF2-40B4-BE49-F238E27FC236}">
                  <a16:creationId xmlns:a16="http://schemas.microsoft.com/office/drawing/2014/main" id="{7931BFEA-10B5-A26D-8CE6-D55C76EE2E63}"/>
                </a:ext>
              </a:extLst>
            </p:cNvPr>
            <p:cNvSpPr/>
            <p:nvPr/>
          </p:nvSpPr>
          <p:spPr>
            <a:xfrm>
              <a:off x="662100" y="3188175"/>
              <a:ext cx="1216025" cy="614600"/>
            </a:xfrm>
            <a:custGeom>
              <a:avLst/>
              <a:gdLst/>
              <a:ahLst/>
              <a:cxnLst/>
              <a:rect l="l" t="t" r="r" b="b"/>
              <a:pathLst>
                <a:path w="48641" h="24584" extrusionOk="0">
                  <a:moveTo>
                    <a:pt x="14700" y="0"/>
                  </a:moveTo>
                  <a:cubicBezTo>
                    <a:pt x="12098" y="0"/>
                    <a:pt x="9975" y="2123"/>
                    <a:pt x="9975" y="4748"/>
                  </a:cubicBezTo>
                  <a:lnTo>
                    <a:pt x="9975" y="11710"/>
                  </a:lnTo>
                  <a:lnTo>
                    <a:pt x="4725" y="11710"/>
                  </a:lnTo>
                  <a:cubicBezTo>
                    <a:pt x="2123" y="11710"/>
                    <a:pt x="0" y="13832"/>
                    <a:pt x="0" y="16457"/>
                  </a:cubicBezTo>
                  <a:lnTo>
                    <a:pt x="0" y="19858"/>
                  </a:lnTo>
                  <a:cubicBezTo>
                    <a:pt x="0" y="22460"/>
                    <a:pt x="2123" y="24583"/>
                    <a:pt x="4725" y="24583"/>
                  </a:cubicBezTo>
                  <a:lnTo>
                    <a:pt x="5889" y="24583"/>
                  </a:lnTo>
                  <a:cubicBezTo>
                    <a:pt x="5980" y="21319"/>
                    <a:pt x="8651" y="18694"/>
                    <a:pt x="11938" y="18694"/>
                  </a:cubicBezTo>
                  <a:cubicBezTo>
                    <a:pt x="15225" y="18694"/>
                    <a:pt x="17895" y="21319"/>
                    <a:pt x="17987" y="24583"/>
                  </a:cubicBezTo>
                  <a:lnTo>
                    <a:pt x="31887" y="24583"/>
                  </a:lnTo>
                  <a:cubicBezTo>
                    <a:pt x="32001" y="21319"/>
                    <a:pt x="34649" y="18694"/>
                    <a:pt x="37936" y="18694"/>
                  </a:cubicBezTo>
                  <a:cubicBezTo>
                    <a:pt x="41223" y="18694"/>
                    <a:pt x="43893" y="21319"/>
                    <a:pt x="44007" y="24560"/>
                  </a:cubicBezTo>
                  <a:cubicBezTo>
                    <a:pt x="46564" y="24537"/>
                    <a:pt x="48641" y="22415"/>
                    <a:pt x="48641" y="19835"/>
                  </a:cubicBezTo>
                  <a:lnTo>
                    <a:pt x="48641" y="4725"/>
                  </a:lnTo>
                  <a:cubicBezTo>
                    <a:pt x="48641" y="2100"/>
                    <a:pt x="46518" y="0"/>
                    <a:pt x="43916" y="0"/>
                  </a:cubicBezTo>
                  <a:close/>
                </a:path>
              </a:pathLst>
            </a:custGeom>
            <a:solidFill>
              <a:srgbClr val="FFB900"/>
            </a:solidFill>
            <a:ln>
              <a:noFill/>
            </a:ln>
          </p:spPr>
          <p:txBody>
            <a:bodyPr spcFirstLastPara="1" wrap="square" lIns="74283" tIns="74283" rIns="74283" bIns="74283" anchor="ctr" anchorCtr="0">
              <a:noAutofit/>
            </a:bodyPr>
            <a:lstStyle/>
            <a:p>
              <a:endParaRPr sz="1137"/>
            </a:p>
          </p:txBody>
        </p:sp>
        <p:sp>
          <p:nvSpPr>
            <p:cNvPr id="28" name="Google Shape;556;p42">
              <a:extLst>
                <a:ext uri="{FF2B5EF4-FFF2-40B4-BE49-F238E27FC236}">
                  <a16:creationId xmlns:a16="http://schemas.microsoft.com/office/drawing/2014/main" id="{A8332E52-22C4-8134-BE8B-61C82736D173}"/>
                </a:ext>
              </a:extLst>
            </p:cNvPr>
            <p:cNvSpPr/>
            <p:nvPr/>
          </p:nvSpPr>
          <p:spPr>
            <a:xfrm>
              <a:off x="703750" y="3308000"/>
              <a:ext cx="1134450" cy="321300"/>
            </a:xfrm>
            <a:custGeom>
              <a:avLst/>
              <a:gdLst/>
              <a:ahLst/>
              <a:cxnLst/>
              <a:rect l="l" t="t" r="r" b="b"/>
              <a:pathLst>
                <a:path w="45378" h="12852" extrusionOk="0">
                  <a:moveTo>
                    <a:pt x="11299" y="1"/>
                  </a:moveTo>
                  <a:cubicBezTo>
                    <a:pt x="10386" y="1"/>
                    <a:pt x="9656" y="731"/>
                    <a:pt x="9656" y="1644"/>
                  </a:cubicBezTo>
                  <a:lnTo>
                    <a:pt x="9656" y="4360"/>
                  </a:lnTo>
                  <a:cubicBezTo>
                    <a:pt x="9656" y="5250"/>
                    <a:pt x="10386" y="5981"/>
                    <a:pt x="11299" y="5981"/>
                  </a:cubicBezTo>
                  <a:lnTo>
                    <a:pt x="14015" y="5981"/>
                  </a:lnTo>
                  <a:cubicBezTo>
                    <a:pt x="14905" y="5981"/>
                    <a:pt x="15636" y="5250"/>
                    <a:pt x="15636" y="4360"/>
                  </a:cubicBezTo>
                  <a:lnTo>
                    <a:pt x="15636" y="1644"/>
                  </a:lnTo>
                  <a:cubicBezTo>
                    <a:pt x="15636" y="731"/>
                    <a:pt x="14905" y="1"/>
                    <a:pt x="14015" y="1"/>
                  </a:cubicBezTo>
                  <a:close/>
                  <a:moveTo>
                    <a:pt x="18740" y="1"/>
                  </a:moveTo>
                  <a:cubicBezTo>
                    <a:pt x="17827" y="1"/>
                    <a:pt x="17097" y="731"/>
                    <a:pt x="17097" y="1644"/>
                  </a:cubicBezTo>
                  <a:lnTo>
                    <a:pt x="17097" y="4360"/>
                  </a:lnTo>
                  <a:cubicBezTo>
                    <a:pt x="17097" y="5250"/>
                    <a:pt x="17827" y="5981"/>
                    <a:pt x="18740" y="5981"/>
                  </a:cubicBezTo>
                  <a:lnTo>
                    <a:pt x="21456" y="5981"/>
                  </a:lnTo>
                  <a:cubicBezTo>
                    <a:pt x="22346" y="5981"/>
                    <a:pt x="23077" y="5250"/>
                    <a:pt x="23077" y="4360"/>
                  </a:cubicBezTo>
                  <a:lnTo>
                    <a:pt x="23077" y="1621"/>
                  </a:lnTo>
                  <a:cubicBezTo>
                    <a:pt x="23077" y="731"/>
                    <a:pt x="22346" y="1"/>
                    <a:pt x="21456" y="1"/>
                  </a:cubicBezTo>
                  <a:close/>
                  <a:moveTo>
                    <a:pt x="26158" y="1"/>
                  </a:moveTo>
                  <a:cubicBezTo>
                    <a:pt x="25268" y="1"/>
                    <a:pt x="24538" y="731"/>
                    <a:pt x="24538" y="1621"/>
                  </a:cubicBezTo>
                  <a:lnTo>
                    <a:pt x="24538" y="4360"/>
                  </a:lnTo>
                  <a:cubicBezTo>
                    <a:pt x="24538" y="5250"/>
                    <a:pt x="25268" y="5981"/>
                    <a:pt x="26158" y="5981"/>
                  </a:cubicBezTo>
                  <a:lnTo>
                    <a:pt x="28874" y="5981"/>
                  </a:lnTo>
                  <a:cubicBezTo>
                    <a:pt x="29787" y="5981"/>
                    <a:pt x="30518" y="5250"/>
                    <a:pt x="30518" y="4360"/>
                  </a:cubicBezTo>
                  <a:lnTo>
                    <a:pt x="30518" y="1621"/>
                  </a:lnTo>
                  <a:cubicBezTo>
                    <a:pt x="30518" y="731"/>
                    <a:pt x="29787" y="1"/>
                    <a:pt x="28874" y="1"/>
                  </a:cubicBezTo>
                  <a:close/>
                  <a:moveTo>
                    <a:pt x="33599" y="1"/>
                  </a:moveTo>
                  <a:cubicBezTo>
                    <a:pt x="32709" y="1"/>
                    <a:pt x="31979" y="731"/>
                    <a:pt x="31979" y="1621"/>
                  </a:cubicBezTo>
                  <a:lnTo>
                    <a:pt x="31979" y="4360"/>
                  </a:lnTo>
                  <a:cubicBezTo>
                    <a:pt x="31979" y="5250"/>
                    <a:pt x="32709" y="5981"/>
                    <a:pt x="33599" y="5981"/>
                  </a:cubicBezTo>
                  <a:lnTo>
                    <a:pt x="36316" y="5981"/>
                  </a:lnTo>
                  <a:cubicBezTo>
                    <a:pt x="37229" y="5981"/>
                    <a:pt x="37959" y="5250"/>
                    <a:pt x="37959" y="4360"/>
                  </a:cubicBezTo>
                  <a:lnTo>
                    <a:pt x="37959" y="1621"/>
                  </a:lnTo>
                  <a:cubicBezTo>
                    <a:pt x="37959" y="731"/>
                    <a:pt x="37229" y="1"/>
                    <a:pt x="36316" y="1"/>
                  </a:cubicBezTo>
                  <a:close/>
                  <a:moveTo>
                    <a:pt x="41040" y="1"/>
                  </a:moveTo>
                  <a:cubicBezTo>
                    <a:pt x="40150" y="1"/>
                    <a:pt x="39420" y="731"/>
                    <a:pt x="39420" y="1621"/>
                  </a:cubicBezTo>
                  <a:lnTo>
                    <a:pt x="39420" y="4360"/>
                  </a:lnTo>
                  <a:cubicBezTo>
                    <a:pt x="39420" y="5250"/>
                    <a:pt x="40150" y="5981"/>
                    <a:pt x="41040" y="5981"/>
                  </a:cubicBezTo>
                  <a:lnTo>
                    <a:pt x="43757" y="5981"/>
                  </a:lnTo>
                  <a:cubicBezTo>
                    <a:pt x="44647" y="5981"/>
                    <a:pt x="45377" y="5250"/>
                    <a:pt x="45377" y="4360"/>
                  </a:cubicBezTo>
                  <a:lnTo>
                    <a:pt x="45377" y="1621"/>
                  </a:lnTo>
                  <a:cubicBezTo>
                    <a:pt x="45377" y="731"/>
                    <a:pt x="44647" y="1"/>
                    <a:pt x="43757" y="1"/>
                  </a:cubicBezTo>
                  <a:close/>
                  <a:moveTo>
                    <a:pt x="1530" y="9747"/>
                  </a:moveTo>
                  <a:cubicBezTo>
                    <a:pt x="685" y="9747"/>
                    <a:pt x="0" y="10455"/>
                    <a:pt x="0" y="11299"/>
                  </a:cubicBezTo>
                  <a:cubicBezTo>
                    <a:pt x="0" y="12166"/>
                    <a:pt x="685" y="12851"/>
                    <a:pt x="1530" y="12851"/>
                  </a:cubicBezTo>
                  <a:cubicBezTo>
                    <a:pt x="2397" y="12851"/>
                    <a:pt x="3082" y="12166"/>
                    <a:pt x="3082" y="11299"/>
                  </a:cubicBezTo>
                  <a:cubicBezTo>
                    <a:pt x="3082" y="10432"/>
                    <a:pt x="2397" y="9747"/>
                    <a:pt x="1530" y="9747"/>
                  </a:cubicBezTo>
                  <a:close/>
                </a:path>
              </a:pathLst>
            </a:custGeom>
            <a:solidFill>
              <a:srgbClr val="ACDCDC"/>
            </a:solidFill>
            <a:ln>
              <a:noFill/>
            </a:ln>
          </p:spPr>
          <p:txBody>
            <a:bodyPr spcFirstLastPara="1" wrap="square" lIns="74283" tIns="74283" rIns="74283" bIns="74283" anchor="ctr" anchorCtr="0">
              <a:noAutofit/>
            </a:bodyPr>
            <a:lstStyle/>
            <a:p>
              <a:endParaRPr sz="1137"/>
            </a:p>
          </p:txBody>
        </p:sp>
        <p:sp>
          <p:nvSpPr>
            <p:cNvPr id="29" name="Google Shape;557;p42">
              <a:extLst>
                <a:ext uri="{FF2B5EF4-FFF2-40B4-BE49-F238E27FC236}">
                  <a16:creationId xmlns:a16="http://schemas.microsoft.com/office/drawing/2014/main" id="{D2EC3255-A458-1078-3EF1-5946A2B7EECE}"/>
                </a:ext>
              </a:extLst>
            </p:cNvPr>
            <p:cNvSpPr/>
            <p:nvPr/>
          </p:nvSpPr>
          <p:spPr>
            <a:xfrm>
              <a:off x="846975" y="3693750"/>
              <a:ext cx="227150" cy="227125"/>
            </a:xfrm>
            <a:custGeom>
              <a:avLst/>
              <a:gdLst/>
              <a:ahLst/>
              <a:cxnLst/>
              <a:rect l="l" t="t" r="r" b="b"/>
              <a:pathLst>
                <a:path w="9086" h="9085" extrusionOk="0">
                  <a:moveTo>
                    <a:pt x="4543" y="0"/>
                  </a:moveTo>
                  <a:cubicBezTo>
                    <a:pt x="2032" y="0"/>
                    <a:pt x="1" y="2032"/>
                    <a:pt x="1" y="4543"/>
                  </a:cubicBezTo>
                  <a:cubicBezTo>
                    <a:pt x="1" y="7053"/>
                    <a:pt x="2032" y="9085"/>
                    <a:pt x="4543" y="9085"/>
                  </a:cubicBezTo>
                  <a:cubicBezTo>
                    <a:pt x="7054" y="9085"/>
                    <a:pt x="9085" y="7053"/>
                    <a:pt x="9085" y="4543"/>
                  </a:cubicBezTo>
                  <a:cubicBezTo>
                    <a:pt x="9085" y="2032"/>
                    <a:pt x="7054" y="0"/>
                    <a:pt x="4543" y="0"/>
                  </a:cubicBezTo>
                  <a:close/>
                </a:path>
              </a:pathLst>
            </a:custGeom>
            <a:solidFill>
              <a:srgbClr val="3C2415"/>
            </a:solidFill>
            <a:ln>
              <a:noFill/>
            </a:ln>
          </p:spPr>
          <p:txBody>
            <a:bodyPr spcFirstLastPara="1" wrap="square" lIns="74283" tIns="74283" rIns="74283" bIns="74283" anchor="ctr" anchorCtr="0">
              <a:noAutofit/>
            </a:bodyPr>
            <a:lstStyle/>
            <a:p>
              <a:endParaRPr sz="1137"/>
            </a:p>
          </p:txBody>
        </p:sp>
        <p:sp>
          <p:nvSpPr>
            <p:cNvPr id="30" name="Google Shape;558;p42">
              <a:extLst>
                <a:ext uri="{FF2B5EF4-FFF2-40B4-BE49-F238E27FC236}">
                  <a16:creationId xmlns:a16="http://schemas.microsoft.com/office/drawing/2014/main" id="{9F24DFB8-53B7-F613-B4AE-D78FD8BCB93B}"/>
                </a:ext>
              </a:extLst>
            </p:cNvPr>
            <p:cNvSpPr/>
            <p:nvPr/>
          </p:nvSpPr>
          <p:spPr>
            <a:xfrm>
              <a:off x="903475" y="3750250"/>
              <a:ext cx="114150" cy="113575"/>
            </a:xfrm>
            <a:custGeom>
              <a:avLst/>
              <a:gdLst/>
              <a:ahLst/>
              <a:cxnLst/>
              <a:rect l="l" t="t" r="r" b="b"/>
              <a:pathLst>
                <a:path w="4566" h="4543" extrusionOk="0">
                  <a:moveTo>
                    <a:pt x="2283" y="0"/>
                  </a:moveTo>
                  <a:cubicBezTo>
                    <a:pt x="1027" y="0"/>
                    <a:pt x="0" y="1027"/>
                    <a:pt x="0" y="2283"/>
                  </a:cubicBezTo>
                  <a:cubicBezTo>
                    <a:pt x="0" y="3538"/>
                    <a:pt x="1027" y="4542"/>
                    <a:pt x="2283" y="4542"/>
                  </a:cubicBezTo>
                  <a:cubicBezTo>
                    <a:pt x="3538" y="4542"/>
                    <a:pt x="4565" y="3538"/>
                    <a:pt x="4565" y="2283"/>
                  </a:cubicBezTo>
                  <a:cubicBezTo>
                    <a:pt x="4543" y="1027"/>
                    <a:pt x="3538" y="0"/>
                    <a:pt x="2283" y="0"/>
                  </a:cubicBezTo>
                  <a:close/>
                </a:path>
              </a:pathLst>
            </a:custGeom>
            <a:solidFill>
              <a:srgbClr val="FDEBA9"/>
            </a:solidFill>
            <a:ln>
              <a:noFill/>
            </a:ln>
          </p:spPr>
          <p:txBody>
            <a:bodyPr spcFirstLastPara="1" wrap="square" lIns="74283" tIns="74283" rIns="74283" bIns="74283" anchor="ctr" anchorCtr="0">
              <a:noAutofit/>
            </a:bodyPr>
            <a:lstStyle/>
            <a:p>
              <a:endParaRPr sz="1137"/>
            </a:p>
          </p:txBody>
        </p:sp>
        <p:sp>
          <p:nvSpPr>
            <p:cNvPr id="31" name="Google Shape;559;p42">
              <a:extLst>
                <a:ext uri="{FF2B5EF4-FFF2-40B4-BE49-F238E27FC236}">
                  <a16:creationId xmlns:a16="http://schemas.microsoft.com/office/drawing/2014/main" id="{D6515AA1-7733-8054-0116-3248D5E2D147}"/>
                </a:ext>
              </a:extLst>
            </p:cNvPr>
            <p:cNvSpPr/>
            <p:nvPr/>
          </p:nvSpPr>
          <p:spPr>
            <a:xfrm>
              <a:off x="1496925" y="3693175"/>
              <a:ext cx="227150" cy="227700"/>
            </a:xfrm>
            <a:custGeom>
              <a:avLst/>
              <a:gdLst/>
              <a:ahLst/>
              <a:cxnLst/>
              <a:rect l="l" t="t" r="r" b="b"/>
              <a:pathLst>
                <a:path w="9086" h="9108" extrusionOk="0">
                  <a:moveTo>
                    <a:pt x="4543" y="1"/>
                  </a:moveTo>
                  <a:cubicBezTo>
                    <a:pt x="2055" y="1"/>
                    <a:pt x="1" y="2055"/>
                    <a:pt x="1" y="4566"/>
                  </a:cubicBezTo>
                  <a:cubicBezTo>
                    <a:pt x="1" y="7076"/>
                    <a:pt x="2055" y="9108"/>
                    <a:pt x="4566" y="9108"/>
                  </a:cubicBezTo>
                  <a:cubicBezTo>
                    <a:pt x="7076" y="9108"/>
                    <a:pt x="9085" y="7076"/>
                    <a:pt x="9085" y="4566"/>
                  </a:cubicBezTo>
                  <a:cubicBezTo>
                    <a:pt x="9085" y="2055"/>
                    <a:pt x="7076" y="1"/>
                    <a:pt x="4543" y="1"/>
                  </a:cubicBezTo>
                  <a:close/>
                </a:path>
              </a:pathLst>
            </a:custGeom>
            <a:solidFill>
              <a:srgbClr val="3C2415"/>
            </a:solidFill>
            <a:ln>
              <a:noFill/>
            </a:ln>
          </p:spPr>
          <p:txBody>
            <a:bodyPr spcFirstLastPara="1" wrap="square" lIns="74283" tIns="74283" rIns="74283" bIns="74283" anchor="ctr" anchorCtr="0">
              <a:noAutofit/>
            </a:bodyPr>
            <a:lstStyle/>
            <a:p>
              <a:endParaRPr sz="1137"/>
            </a:p>
          </p:txBody>
        </p:sp>
        <p:sp>
          <p:nvSpPr>
            <p:cNvPr id="32" name="Google Shape;560;p42">
              <a:extLst>
                <a:ext uri="{FF2B5EF4-FFF2-40B4-BE49-F238E27FC236}">
                  <a16:creationId xmlns:a16="http://schemas.microsoft.com/office/drawing/2014/main" id="{12306227-2118-FD74-03B1-36EDAC898D54}"/>
                </a:ext>
              </a:extLst>
            </p:cNvPr>
            <p:cNvSpPr/>
            <p:nvPr/>
          </p:nvSpPr>
          <p:spPr>
            <a:xfrm>
              <a:off x="1554000" y="3750250"/>
              <a:ext cx="113575" cy="113575"/>
            </a:xfrm>
            <a:custGeom>
              <a:avLst/>
              <a:gdLst/>
              <a:ahLst/>
              <a:cxnLst/>
              <a:rect l="l" t="t" r="r" b="b"/>
              <a:pathLst>
                <a:path w="4543" h="4543" extrusionOk="0">
                  <a:moveTo>
                    <a:pt x="2260" y="0"/>
                  </a:moveTo>
                  <a:cubicBezTo>
                    <a:pt x="1004" y="0"/>
                    <a:pt x="0" y="1004"/>
                    <a:pt x="0" y="2283"/>
                  </a:cubicBezTo>
                  <a:cubicBezTo>
                    <a:pt x="0" y="3538"/>
                    <a:pt x="1004" y="4542"/>
                    <a:pt x="2283" y="4542"/>
                  </a:cubicBezTo>
                  <a:cubicBezTo>
                    <a:pt x="3515" y="4542"/>
                    <a:pt x="4542" y="3538"/>
                    <a:pt x="4542" y="2283"/>
                  </a:cubicBezTo>
                  <a:cubicBezTo>
                    <a:pt x="4542" y="1004"/>
                    <a:pt x="3515" y="0"/>
                    <a:pt x="2260" y="0"/>
                  </a:cubicBezTo>
                  <a:close/>
                </a:path>
              </a:pathLst>
            </a:custGeom>
            <a:solidFill>
              <a:srgbClr val="FDEBA9"/>
            </a:solidFill>
            <a:ln>
              <a:noFill/>
            </a:ln>
          </p:spPr>
          <p:txBody>
            <a:bodyPr spcFirstLastPara="1" wrap="square" lIns="74283" tIns="74283" rIns="74283" bIns="74283" anchor="ctr" anchorCtr="0">
              <a:noAutofit/>
            </a:bodyPr>
            <a:lstStyle/>
            <a:p>
              <a:endParaRPr sz="1137"/>
            </a:p>
          </p:txBody>
        </p:sp>
      </p:grpSp>
      <p:grpSp>
        <p:nvGrpSpPr>
          <p:cNvPr id="33" name="Google Shape;546;p42">
            <a:extLst>
              <a:ext uri="{FF2B5EF4-FFF2-40B4-BE49-F238E27FC236}">
                <a16:creationId xmlns:a16="http://schemas.microsoft.com/office/drawing/2014/main" id="{42F1BA3C-7C58-E6AA-C4BA-2CFCEAA69B58}"/>
              </a:ext>
            </a:extLst>
          </p:cNvPr>
          <p:cNvGrpSpPr/>
          <p:nvPr/>
        </p:nvGrpSpPr>
        <p:grpSpPr>
          <a:xfrm rot="-1981241" flipH="1">
            <a:off x="9152663" y="2929443"/>
            <a:ext cx="1046145" cy="595318"/>
            <a:chOff x="662100" y="3188175"/>
            <a:chExt cx="1216025" cy="732700"/>
          </a:xfrm>
        </p:grpSpPr>
        <p:sp>
          <p:nvSpPr>
            <p:cNvPr id="34" name="Google Shape;547;p42">
              <a:extLst>
                <a:ext uri="{FF2B5EF4-FFF2-40B4-BE49-F238E27FC236}">
                  <a16:creationId xmlns:a16="http://schemas.microsoft.com/office/drawing/2014/main" id="{00E493D9-9241-EBE7-F08F-0E57E7C56D16}"/>
                </a:ext>
              </a:extLst>
            </p:cNvPr>
            <p:cNvSpPr/>
            <p:nvPr/>
          </p:nvSpPr>
          <p:spPr>
            <a:xfrm>
              <a:off x="662100" y="3188175"/>
              <a:ext cx="1216025" cy="614600"/>
            </a:xfrm>
            <a:custGeom>
              <a:avLst/>
              <a:gdLst/>
              <a:ahLst/>
              <a:cxnLst/>
              <a:rect l="l" t="t" r="r" b="b"/>
              <a:pathLst>
                <a:path w="48641" h="24584" extrusionOk="0">
                  <a:moveTo>
                    <a:pt x="14700" y="0"/>
                  </a:moveTo>
                  <a:cubicBezTo>
                    <a:pt x="12098" y="0"/>
                    <a:pt x="9975" y="2123"/>
                    <a:pt x="9975" y="4748"/>
                  </a:cubicBezTo>
                  <a:lnTo>
                    <a:pt x="9975" y="11710"/>
                  </a:lnTo>
                  <a:lnTo>
                    <a:pt x="4725" y="11710"/>
                  </a:lnTo>
                  <a:cubicBezTo>
                    <a:pt x="2123" y="11710"/>
                    <a:pt x="0" y="13832"/>
                    <a:pt x="0" y="16457"/>
                  </a:cubicBezTo>
                  <a:lnTo>
                    <a:pt x="0" y="19858"/>
                  </a:lnTo>
                  <a:cubicBezTo>
                    <a:pt x="0" y="22460"/>
                    <a:pt x="2123" y="24583"/>
                    <a:pt x="4725" y="24583"/>
                  </a:cubicBezTo>
                  <a:lnTo>
                    <a:pt x="5889" y="24583"/>
                  </a:lnTo>
                  <a:cubicBezTo>
                    <a:pt x="5980" y="21319"/>
                    <a:pt x="8651" y="18694"/>
                    <a:pt x="11938" y="18694"/>
                  </a:cubicBezTo>
                  <a:cubicBezTo>
                    <a:pt x="15225" y="18694"/>
                    <a:pt x="17895" y="21319"/>
                    <a:pt x="17987" y="24583"/>
                  </a:cubicBezTo>
                  <a:lnTo>
                    <a:pt x="31887" y="24583"/>
                  </a:lnTo>
                  <a:cubicBezTo>
                    <a:pt x="32001" y="21319"/>
                    <a:pt x="34649" y="18694"/>
                    <a:pt x="37936" y="18694"/>
                  </a:cubicBezTo>
                  <a:cubicBezTo>
                    <a:pt x="41223" y="18694"/>
                    <a:pt x="43893" y="21319"/>
                    <a:pt x="44007" y="24560"/>
                  </a:cubicBezTo>
                  <a:cubicBezTo>
                    <a:pt x="46564" y="24537"/>
                    <a:pt x="48641" y="22415"/>
                    <a:pt x="48641" y="19835"/>
                  </a:cubicBezTo>
                  <a:lnTo>
                    <a:pt x="48641" y="4725"/>
                  </a:lnTo>
                  <a:cubicBezTo>
                    <a:pt x="48641" y="2100"/>
                    <a:pt x="46518" y="0"/>
                    <a:pt x="43916" y="0"/>
                  </a:cubicBezTo>
                  <a:close/>
                </a:path>
              </a:pathLst>
            </a:custGeom>
            <a:solidFill>
              <a:srgbClr val="FFB900"/>
            </a:solidFill>
            <a:ln>
              <a:noFill/>
            </a:ln>
          </p:spPr>
          <p:txBody>
            <a:bodyPr spcFirstLastPara="1" wrap="square" lIns="74283" tIns="74283" rIns="74283" bIns="74283" anchor="ctr" anchorCtr="0">
              <a:noAutofit/>
            </a:bodyPr>
            <a:lstStyle/>
            <a:p>
              <a:endParaRPr sz="1137"/>
            </a:p>
          </p:txBody>
        </p:sp>
        <p:sp>
          <p:nvSpPr>
            <p:cNvPr id="35" name="Google Shape;548;p42">
              <a:extLst>
                <a:ext uri="{FF2B5EF4-FFF2-40B4-BE49-F238E27FC236}">
                  <a16:creationId xmlns:a16="http://schemas.microsoft.com/office/drawing/2014/main" id="{AD9855BA-C653-AC53-EF88-95A0EE8E14F8}"/>
                </a:ext>
              </a:extLst>
            </p:cNvPr>
            <p:cNvSpPr/>
            <p:nvPr/>
          </p:nvSpPr>
          <p:spPr>
            <a:xfrm>
              <a:off x="703750" y="3308000"/>
              <a:ext cx="1134450" cy="321300"/>
            </a:xfrm>
            <a:custGeom>
              <a:avLst/>
              <a:gdLst/>
              <a:ahLst/>
              <a:cxnLst/>
              <a:rect l="l" t="t" r="r" b="b"/>
              <a:pathLst>
                <a:path w="45378" h="12852" extrusionOk="0">
                  <a:moveTo>
                    <a:pt x="11299" y="1"/>
                  </a:moveTo>
                  <a:cubicBezTo>
                    <a:pt x="10386" y="1"/>
                    <a:pt x="9656" y="731"/>
                    <a:pt x="9656" y="1644"/>
                  </a:cubicBezTo>
                  <a:lnTo>
                    <a:pt x="9656" y="4360"/>
                  </a:lnTo>
                  <a:cubicBezTo>
                    <a:pt x="9656" y="5250"/>
                    <a:pt x="10386" y="5981"/>
                    <a:pt x="11299" y="5981"/>
                  </a:cubicBezTo>
                  <a:lnTo>
                    <a:pt x="14015" y="5981"/>
                  </a:lnTo>
                  <a:cubicBezTo>
                    <a:pt x="14905" y="5981"/>
                    <a:pt x="15636" y="5250"/>
                    <a:pt x="15636" y="4360"/>
                  </a:cubicBezTo>
                  <a:lnTo>
                    <a:pt x="15636" y="1644"/>
                  </a:lnTo>
                  <a:cubicBezTo>
                    <a:pt x="15636" y="731"/>
                    <a:pt x="14905" y="1"/>
                    <a:pt x="14015" y="1"/>
                  </a:cubicBezTo>
                  <a:close/>
                  <a:moveTo>
                    <a:pt x="18740" y="1"/>
                  </a:moveTo>
                  <a:cubicBezTo>
                    <a:pt x="17827" y="1"/>
                    <a:pt x="17097" y="731"/>
                    <a:pt x="17097" y="1644"/>
                  </a:cubicBezTo>
                  <a:lnTo>
                    <a:pt x="17097" y="4360"/>
                  </a:lnTo>
                  <a:cubicBezTo>
                    <a:pt x="17097" y="5250"/>
                    <a:pt x="17827" y="5981"/>
                    <a:pt x="18740" y="5981"/>
                  </a:cubicBezTo>
                  <a:lnTo>
                    <a:pt x="21456" y="5981"/>
                  </a:lnTo>
                  <a:cubicBezTo>
                    <a:pt x="22346" y="5981"/>
                    <a:pt x="23077" y="5250"/>
                    <a:pt x="23077" y="4360"/>
                  </a:cubicBezTo>
                  <a:lnTo>
                    <a:pt x="23077" y="1621"/>
                  </a:lnTo>
                  <a:cubicBezTo>
                    <a:pt x="23077" y="731"/>
                    <a:pt x="22346" y="1"/>
                    <a:pt x="21456" y="1"/>
                  </a:cubicBezTo>
                  <a:close/>
                  <a:moveTo>
                    <a:pt x="26158" y="1"/>
                  </a:moveTo>
                  <a:cubicBezTo>
                    <a:pt x="25268" y="1"/>
                    <a:pt x="24538" y="731"/>
                    <a:pt x="24538" y="1621"/>
                  </a:cubicBezTo>
                  <a:lnTo>
                    <a:pt x="24538" y="4360"/>
                  </a:lnTo>
                  <a:cubicBezTo>
                    <a:pt x="24538" y="5250"/>
                    <a:pt x="25268" y="5981"/>
                    <a:pt x="26158" y="5981"/>
                  </a:cubicBezTo>
                  <a:lnTo>
                    <a:pt x="28874" y="5981"/>
                  </a:lnTo>
                  <a:cubicBezTo>
                    <a:pt x="29787" y="5981"/>
                    <a:pt x="30518" y="5250"/>
                    <a:pt x="30518" y="4360"/>
                  </a:cubicBezTo>
                  <a:lnTo>
                    <a:pt x="30518" y="1621"/>
                  </a:lnTo>
                  <a:cubicBezTo>
                    <a:pt x="30518" y="731"/>
                    <a:pt x="29787" y="1"/>
                    <a:pt x="28874" y="1"/>
                  </a:cubicBezTo>
                  <a:close/>
                  <a:moveTo>
                    <a:pt x="33599" y="1"/>
                  </a:moveTo>
                  <a:cubicBezTo>
                    <a:pt x="32709" y="1"/>
                    <a:pt x="31979" y="731"/>
                    <a:pt x="31979" y="1621"/>
                  </a:cubicBezTo>
                  <a:lnTo>
                    <a:pt x="31979" y="4360"/>
                  </a:lnTo>
                  <a:cubicBezTo>
                    <a:pt x="31979" y="5250"/>
                    <a:pt x="32709" y="5981"/>
                    <a:pt x="33599" y="5981"/>
                  </a:cubicBezTo>
                  <a:lnTo>
                    <a:pt x="36316" y="5981"/>
                  </a:lnTo>
                  <a:cubicBezTo>
                    <a:pt x="37229" y="5981"/>
                    <a:pt x="37959" y="5250"/>
                    <a:pt x="37959" y="4360"/>
                  </a:cubicBezTo>
                  <a:lnTo>
                    <a:pt x="37959" y="1621"/>
                  </a:lnTo>
                  <a:cubicBezTo>
                    <a:pt x="37959" y="731"/>
                    <a:pt x="37229" y="1"/>
                    <a:pt x="36316" y="1"/>
                  </a:cubicBezTo>
                  <a:close/>
                  <a:moveTo>
                    <a:pt x="41040" y="1"/>
                  </a:moveTo>
                  <a:cubicBezTo>
                    <a:pt x="40150" y="1"/>
                    <a:pt x="39420" y="731"/>
                    <a:pt x="39420" y="1621"/>
                  </a:cubicBezTo>
                  <a:lnTo>
                    <a:pt x="39420" y="4360"/>
                  </a:lnTo>
                  <a:cubicBezTo>
                    <a:pt x="39420" y="5250"/>
                    <a:pt x="40150" y="5981"/>
                    <a:pt x="41040" y="5981"/>
                  </a:cubicBezTo>
                  <a:lnTo>
                    <a:pt x="43757" y="5981"/>
                  </a:lnTo>
                  <a:cubicBezTo>
                    <a:pt x="44647" y="5981"/>
                    <a:pt x="45377" y="5250"/>
                    <a:pt x="45377" y="4360"/>
                  </a:cubicBezTo>
                  <a:lnTo>
                    <a:pt x="45377" y="1621"/>
                  </a:lnTo>
                  <a:cubicBezTo>
                    <a:pt x="45377" y="731"/>
                    <a:pt x="44647" y="1"/>
                    <a:pt x="43757" y="1"/>
                  </a:cubicBezTo>
                  <a:close/>
                  <a:moveTo>
                    <a:pt x="1530" y="9747"/>
                  </a:moveTo>
                  <a:cubicBezTo>
                    <a:pt x="685" y="9747"/>
                    <a:pt x="0" y="10455"/>
                    <a:pt x="0" y="11299"/>
                  </a:cubicBezTo>
                  <a:cubicBezTo>
                    <a:pt x="0" y="12166"/>
                    <a:pt x="685" y="12851"/>
                    <a:pt x="1530" y="12851"/>
                  </a:cubicBezTo>
                  <a:cubicBezTo>
                    <a:pt x="2397" y="12851"/>
                    <a:pt x="3082" y="12166"/>
                    <a:pt x="3082" y="11299"/>
                  </a:cubicBezTo>
                  <a:cubicBezTo>
                    <a:pt x="3082" y="10432"/>
                    <a:pt x="2397" y="9747"/>
                    <a:pt x="1530" y="9747"/>
                  </a:cubicBezTo>
                  <a:close/>
                </a:path>
              </a:pathLst>
            </a:custGeom>
            <a:solidFill>
              <a:srgbClr val="ACDCDC"/>
            </a:solidFill>
            <a:ln>
              <a:noFill/>
            </a:ln>
          </p:spPr>
          <p:txBody>
            <a:bodyPr spcFirstLastPara="1" wrap="square" lIns="74283" tIns="74283" rIns="74283" bIns="74283" anchor="ctr" anchorCtr="0">
              <a:noAutofit/>
            </a:bodyPr>
            <a:lstStyle/>
            <a:p>
              <a:endParaRPr sz="1137"/>
            </a:p>
          </p:txBody>
        </p:sp>
        <p:sp>
          <p:nvSpPr>
            <p:cNvPr id="36" name="Google Shape;549;p42">
              <a:extLst>
                <a:ext uri="{FF2B5EF4-FFF2-40B4-BE49-F238E27FC236}">
                  <a16:creationId xmlns:a16="http://schemas.microsoft.com/office/drawing/2014/main" id="{F4F6E6E8-942A-CE5A-BE38-0B45357630CA}"/>
                </a:ext>
              </a:extLst>
            </p:cNvPr>
            <p:cNvSpPr/>
            <p:nvPr/>
          </p:nvSpPr>
          <p:spPr>
            <a:xfrm>
              <a:off x="846975" y="3693750"/>
              <a:ext cx="227150" cy="227125"/>
            </a:xfrm>
            <a:custGeom>
              <a:avLst/>
              <a:gdLst/>
              <a:ahLst/>
              <a:cxnLst/>
              <a:rect l="l" t="t" r="r" b="b"/>
              <a:pathLst>
                <a:path w="9086" h="9085" extrusionOk="0">
                  <a:moveTo>
                    <a:pt x="4543" y="0"/>
                  </a:moveTo>
                  <a:cubicBezTo>
                    <a:pt x="2032" y="0"/>
                    <a:pt x="1" y="2032"/>
                    <a:pt x="1" y="4543"/>
                  </a:cubicBezTo>
                  <a:cubicBezTo>
                    <a:pt x="1" y="7053"/>
                    <a:pt x="2032" y="9085"/>
                    <a:pt x="4543" y="9085"/>
                  </a:cubicBezTo>
                  <a:cubicBezTo>
                    <a:pt x="7054" y="9085"/>
                    <a:pt x="9085" y="7053"/>
                    <a:pt x="9085" y="4543"/>
                  </a:cubicBezTo>
                  <a:cubicBezTo>
                    <a:pt x="9085" y="2032"/>
                    <a:pt x="7054" y="0"/>
                    <a:pt x="4543" y="0"/>
                  </a:cubicBezTo>
                  <a:close/>
                </a:path>
              </a:pathLst>
            </a:custGeom>
            <a:solidFill>
              <a:srgbClr val="3C2415"/>
            </a:solidFill>
            <a:ln>
              <a:noFill/>
            </a:ln>
          </p:spPr>
          <p:txBody>
            <a:bodyPr spcFirstLastPara="1" wrap="square" lIns="74283" tIns="74283" rIns="74283" bIns="74283" anchor="ctr" anchorCtr="0">
              <a:noAutofit/>
            </a:bodyPr>
            <a:lstStyle/>
            <a:p>
              <a:endParaRPr sz="1137"/>
            </a:p>
          </p:txBody>
        </p:sp>
        <p:sp>
          <p:nvSpPr>
            <p:cNvPr id="37" name="Google Shape;550;p42">
              <a:extLst>
                <a:ext uri="{FF2B5EF4-FFF2-40B4-BE49-F238E27FC236}">
                  <a16:creationId xmlns:a16="http://schemas.microsoft.com/office/drawing/2014/main" id="{62D4EBFE-D24C-90BB-2CE6-CA5CC061847F}"/>
                </a:ext>
              </a:extLst>
            </p:cNvPr>
            <p:cNvSpPr/>
            <p:nvPr/>
          </p:nvSpPr>
          <p:spPr>
            <a:xfrm>
              <a:off x="903475" y="3750250"/>
              <a:ext cx="114150" cy="113575"/>
            </a:xfrm>
            <a:custGeom>
              <a:avLst/>
              <a:gdLst/>
              <a:ahLst/>
              <a:cxnLst/>
              <a:rect l="l" t="t" r="r" b="b"/>
              <a:pathLst>
                <a:path w="4566" h="4543" extrusionOk="0">
                  <a:moveTo>
                    <a:pt x="2283" y="0"/>
                  </a:moveTo>
                  <a:cubicBezTo>
                    <a:pt x="1027" y="0"/>
                    <a:pt x="0" y="1027"/>
                    <a:pt x="0" y="2283"/>
                  </a:cubicBezTo>
                  <a:cubicBezTo>
                    <a:pt x="0" y="3538"/>
                    <a:pt x="1027" y="4542"/>
                    <a:pt x="2283" y="4542"/>
                  </a:cubicBezTo>
                  <a:cubicBezTo>
                    <a:pt x="3538" y="4542"/>
                    <a:pt x="4565" y="3538"/>
                    <a:pt x="4565" y="2283"/>
                  </a:cubicBezTo>
                  <a:cubicBezTo>
                    <a:pt x="4543" y="1027"/>
                    <a:pt x="3538" y="0"/>
                    <a:pt x="2283" y="0"/>
                  </a:cubicBezTo>
                  <a:close/>
                </a:path>
              </a:pathLst>
            </a:custGeom>
            <a:solidFill>
              <a:srgbClr val="FDEBA9"/>
            </a:solidFill>
            <a:ln>
              <a:noFill/>
            </a:ln>
          </p:spPr>
          <p:txBody>
            <a:bodyPr spcFirstLastPara="1" wrap="square" lIns="74283" tIns="74283" rIns="74283" bIns="74283" anchor="ctr" anchorCtr="0">
              <a:noAutofit/>
            </a:bodyPr>
            <a:lstStyle/>
            <a:p>
              <a:endParaRPr sz="1137"/>
            </a:p>
          </p:txBody>
        </p:sp>
        <p:sp>
          <p:nvSpPr>
            <p:cNvPr id="38" name="Google Shape;551;p42">
              <a:extLst>
                <a:ext uri="{FF2B5EF4-FFF2-40B4-BE49-F238E27FC236}">
                  <a16:creationId xmlns:a16="http://schemas.microsoft.com/office/drawing/2014/main" id="{E73C112C-4D4E-503A-A8F9-B661B58D6945}"/>
                </a:ext>
              </a:extLst>
            </p:cNvPr>
            <p:cNvSpPr/>
            <p:nvPr/>
          </p:nvSpPr>
          <p:spPr>
            <a:xfrm>
              <a:off x="1496925" y="3693175"/>
              <a:ext cx="227150" cy="227700"/>
            </a:xfrm>
            <a:custGeom>
              <a:avLst/>
              <a:gdLst/>
              <a:ahLst/>
              <a:cxnLst/>
              <a:rect l="l" t="t" r="r" b="b"/>
              <a:pathLst>
                <a:path w="9086" h="9108" extrusionOk="0">
                  <a:moveTo>
                    <a:pt x="4543" y="1"/>
                  </a:moveTo>
                  <a:cubicBezTo>
                    <a:pt x="2055" y="1"/>
                    <a:pt x="1" y="2055"/>
                    <a:pt x="1" y="4566"/>
                  </a:cubicBezTo>
                  <a:cubicBezTo>
                    <a:pt x="1" y="7076"/>
                    <a:pt x="2055" y="9108"/>
                    <a:pt x="4566" y="9108"/>
                  </a:cubicBezTo>
                  <a:cubicBezTo>
                    <a:pt x="7076" y="9108"/>
                    <a:pt x="9085" y="7076"/>
                    <a:pt x="9085" y="4566"/>
                  </a:cubicBezTo>
                  <a:cubicBezTo>
                    <a:pt x="9085" y="2055"/>
                    <a:pt x="7076" y="1"/>
                    <a:pt x="4543" y="1"/>
                  </a:cubicBezTo>
                  <a:close/>
                </a:path>
              </a:pathLst>
            </a:custGeom>
            <a:solidFill>
              <a:srgbClr val="3C2415"/>
            </a:solidFill>
            <a:ln>
              <a:noFill/>
            </a:ln>
          </p:spPr>
          <p:txBody>
            <a:bodyPr spcFirstLastPara="1" wrap="square" lIns="74283" tIns="74283" rIns="74283" bIns="74283" anchor="ctr" anchorCtr="0">
              <a:noAutofit/>
            </a:bodyPr>
            <a:lstStyle/>
            <a:p>
              <a:endParaRPr sz="1137"/>
            </a:p>
          </p:txBody>
        </p:sp>
        <p:sp>
          <p:nvSpPr>
            <p:cNvPr id="39" name="Google Shape;552;p42">
              <a:extLst>
                <a:ext uri="{FF2B5EF4-FFF2-40B4-BE49-F238E27FC236}">
                  <a16:creationId xmlns:a16="http://schemas.microsoft.com/office/drawing/2014/main" id="{88E1F027-2C36-8EAC-E98D-D1D637252AB8}"/>
                </a:ext>
              </a:extLst>
            </p:cNvPr>
            <p:cNvSpPr/>
            <p:nvPr/>
          </p:nvSpPr>
          <p:spPr>
            <a:xfrm>
              <a:off x="1554000" y="3750250"/>
              <a:ext cx="113575" cy="113575"/>
            </a:xfrm>
            <a:custGeom>
              <a:avLst/>
              <a:gdLst/>
              <a:ahLst/>
              <a:cxnLst/>
              <a:rect l="l" t="t" r="r" b="b"/>
              <a:pathLst>
                <a:path w="4543" h="4543" extrusionOk="0">
                  <a:moveTo>
                    <a:pt x="2260" y="0"/>
                  </a:moveTo>
                  <a:cubicBezTo>
                    <a:pt x="1004" y="0"/>
                    <a:pt x="0" y="1004"/>
                    <a:pt x="0" y="2283"/>
                  </a:cubicBezTo>
                  <a:cubicBezTo>
                    <a:pt x="0" y="3538"/>
                    <a:pt x="1004" y="4542"/>
                    <a:pt x="2283" y="4542"/>
                  </a:cubicBezTo>
                  <a:cubicBezTo>
                    <a:pt x="3515" y="4542"/>
                    <a:pt x="4542" y="3538"/>
                    <a:pt x="4542" y="2283"/>
                  </a:cubicBezTo>
                  <a:cubicBezTo>
                    <a:pt x="4542" y="1004"/>
                    <a:pt x="3515" y="0"/>
                    <a:pt x="2260" y="0"/>
                  </a:cubicBezTo>
                  <a:close/>
                </a:path>
              </a:pathLst>
            </a:custGeom>
            <a:solidFill>
              <a:srgbClr val="FDEBA9"/>
            </a:solidFill>
            <a:ln>
              <a:noFill/>
            </a:ln>
          </p:spPr>
          <p:txBody>
            <a:bodyPr spcFirstLastPara="1" wrap="square" lIns="74283" tIns="74283" rIns="74283" bIns="74283" anchor="ctr" anchorCtr="0">
              <a:noAutofit/>
            </a:bodyPr>
            <a:lstStyle/>
            <a:p>
              <a:endParaRPr sz="1137"/>
            </a:p>
          </p:txBody>
        </p:sp>
      </p:grpSp>
    </p:spTree>
    <p:extLst>
      <p:ext uri="{BB962C8B-B14F-4D97-AF65-F5344CB8AC3E}">
        <p14:creationId xmlns:p14="http://schemas.microsoft.com/office/powerpoint/2010/main" val="1158876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1450-D2AA-E6F7-DC9D-A08CA213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182" y="643467"/>
            <a:ext cx="9108876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900" dirty="0">
                <a:solidFill>
                  <a:schemeClr val="bg1"/>
                </a:solidFill>
              </a:rPr>
              <a:t>RATIOS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5351B1-6513-F60D-EE45-024296820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4168" y="1675228"/>
            <a:ext cx="7323665" cy="43941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47B4E-842C-EC63-637E-DF80A9A4C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24037" y="6356351"/>
            <a:ext cx="222885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107BB19-2C6A-493E-8177-E4012BB878C6}" type="datetime1">
              <a:rPr lang="en-US"/>
              <a:pPr>
                <a:spcAft>
                  <a:spcPts val="600"/>
                </a:spcAft>
              </a:pPr>
              <a:t>1/3/2026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95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0EF3-2285-0EF6-6109-FF56D80C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RATIO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7A33050-6DAD-EEA1-6F63-6DC1BCD79C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24039" y="1825625"/>
          <a:ext cx="854392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53023-E86A-1AF8-C639-BF919744B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7BB19-2C6A-493E-8177-E4012BB878C6}" type="datetime1">
              <a:rPr lang="en-GB" smtClean="0"/>
              <a:t>03/01/2026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08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C649CD7-DE0A-33AD-B072-EE4DB241FF69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F20CDEA8-D24D-30E3-E3DF-036926E9984A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D5CCFD-9392-4CA1-E191-341505CB3A95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</a:t>
            </a:r>
            <a:r>
              <a:rPr lang="en-GB" sz="14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2CA4B9-959B-B788-EC90-6B73A50E0E71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2C535D-A990-FA3E-9D11-A877FBA1F295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AB50B2-5ECA-C0D2-068E-9DFE231690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E2E718-946A-9AB7-CFE2-0B10F9A726FA}"/>
              </a:ext>
            </a:extLst>
          </p:cNvPr>
          <p:cNvSpPr txBox="1"/>
          <p:nvPr/>
        </p:nvSpPr>
        <p:spPr>
          <a:xfrm>
            <a:off x="2885866" y="3526882"/>
            <a:ext cx="3727248" cy="1940957"/>
          </a:xfrm>
          <a:prstGeom prst="roundRect">
            <a:avLst/>
          </a:prstGeom>
          <a:noFill/>
          <a:ln w="57150">
            <a:solidFill>
              <a:srgbClr val="60009A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masis MT Pro Black" panose="02040A04050005020304" pitchFamily="18" charset="0"/>
              </a:rPr>
              <a:t>Teacher Link: </a:t>
            </a:r>
            <a:r>
              <a:rPr lang="en-US" b="1" dirty="0">
                <a:latin typeface="Amasis MT Pro Black" panose="02040A04050005020304" pitchFamily="18" charset="0"/>
                <a:hlinkClick r:id="rId8"/>
              </a:rPr>
              <a:t>https://wayground.com/admin/activity/classic/68ec96746174557f184084a1</a:t>
            </a:r>
            <a:r>
              <a:rPr lang="en-US" b="1" dirty="0">
                <a:latin typeface="Amasis MT Pro Black" panose="02040A04050005020304" pitchFamily="18" charset="0"/>
              </a:rPr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3D8AEC-3F3B-E6EC-7D30-8D080ADB98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7454" y="1410932"/>
            <a:ext cx="3374944" cy="177245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D173372-26D8-D42B-A049-D44B81450F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2278" y="2505463"/>
            <a:ext cx="1743318" cy="409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A99BC7-CFF1-7C6A-2BF3-670EC6A976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0465" y="1490353"/>
            <a:ext cx="3440586" cy="3701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FAB81E-A34E-07FB-5101-2ECBC6F860B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63622" t="3426" r="4351" b="88115"/>
          <a:stretch>
            <a:fillRect/>
          </a:stretch>
        </p:blipFill>
        <p:spPr>
          <a:xfrm>
            <a:off x="3662278" y="2505463"/>
            <a:ext cx="1829202" cy="44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22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BE7FE-9DD1-A284-D7A1-07070B9C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2C12CC5-D9E0-E7B4-8D51-CA4149E3B8B4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4E5DF9F7-896A-16FA-2E89-03FE92C0EAB3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04E77-0557-493A-DE4E-7863E5A14B67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8971A2-D808-59CF-6ED4-EDF16277A782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37B335-89CF-5229-48C5-588DF53CE83C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2ACDF0-6B5E-B287-6C3B-AA9445FDFF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0531CE8-6808-4D12-E1D8-5F6CDC601109}"/>
              </a:ext>
            </a:extLst>
          </p:cNvPr>
          <p:cNvSpPr/>
          <p:nvPr/>
        </p:nvSpPr>
        <p:spPr>
          <a:xfrm>
            <a:off x="2792754" y="2021841"/>
            <a:ext cx="3857529" cy="278921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A2BA3E1-8179-0B15-3F6B-729D8F0895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0199" y="2190771"/>
            <a:ext cx="3726134" cy="21987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DB58E9-0F1E-E628-3086-82A18455F0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4750" y="2306856"/>
            <a:ext cx="4204055" cy="3708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ACEEFA5-3689-A43F-4851-A439E9BF630C}"/>
              </a:ext>
            </a:extLst>
          </p:cNvPr>
          <p:cNvSpPr txBox="1"/>
          <p:nvPr/>
        </p:nvSpPr>
        <p:spPr>
          <a:xfrm>
            <a:off x="6893560" y="1821438"/>
            <a:ext cx="357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of the following ratios is 2:1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3CB066-16A8-3975-6FFC-096B94CED3F3}"/>
              </a:ext>
            </a:extLst>
          </p:cNvPr>
          <p:cNvSpPr/>
          <p:nvPr/>
        </p:nvSpPr>
        <p:spPr>
          <a:xfrm>
            <a:off x="6893560" y="1878012"/>
            <a:ext cx="4105244" cy="402115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2CF1BF-C4E9-4123-BD60-CAB0670337A1}"/>
              </a:ext>
            </a:extLst>
          </p:cNvPr>
          <p:cNvSpPr txBox="1"/>
          <p:nvPr/>
        </p:nvSpPr>
        <p:spPr>
          <a:xfrm>
            <a:off x="4786471" y="1185254"/>
            <a:ext cx="349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ptos Black" panose="020B0004020202020204" pitchFamily="34" charset="0"/>
              </a:rPr>
              <a:t>KNOWLEDGE</a:t>
            </a:r>
          </a:p>
        </p:txBody>
      </p:sp>
    </p:spTree>
    <p:extLst>
      <p:ext uri="{BB962C8B-B14F-4D97-AF65-F5344CB8AC3E}">
        <p14:creationId xmlns:p14="http://schemas.microsoft.com/office/powerpoint/2010/main" val="943290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04984-8611-B4C2-0D9B-C0BF0821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F684A14-1683-15DC-75F1-8199F4CBBDAE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8A88F30F-8D04-47AA-CD6A-59A10039FFFA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84F67A-19A7-A537-4107-99370D375F94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2DAA5E-2E90-2FEB-E80B-8605BFE73CFB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9F8B5-A9B0-AB3A-7899-24A9D6682300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1CDDB-D4F0-36A1-2A6F-7332569F19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9E62791-1253-B662-4A26-AAAB31074016}"/>
              </a:ext>
            </a:extLst>
          </p:cNvPr>
          <p:cNvSpPr/>
          <p:nvPr/>
        </p:nvSpPr>
        <p:spPr>
          <a:xfrm>
            <a:off x="3926840" y="1509000"/>
            <a:ext cx="5730240" cy="418453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34D8F-9AEB-B30B-B625-28E9FD9F5A06}"/>
              </a:ext>
            </a:extLst>
          </p:cNvPr>
          <p:cNvSpPr txBox="1"/>
          <p:nvPr/>
        </p:nvSpPr>
        <p:spPr>
          <a:xfrm>
            <a:off x="4543113" y="980443"/>
            <a:ext cx="349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ptos Black" panose="020B0004020202020204" pitchFamily="34" charset="0"/>
              </a:rPr>
              <a:t>APPLICATION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7D31CA-2B24-3460-BD1F-0DEC824AAB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114" y="1701707"/>
            <a:ext cx="4045675" cy="371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0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0CD4-DA94-E983-B783-8C1E08CB5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524711A-1836-3CAB-C00F-4CCECCBABA0D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4741A6C1-6426-B779-CDD4-885733B7DB46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66C30-8A8C-ACFE-3050-18FED19E2703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9DBC27-617B-EDD4-D83A-3C6DBEDD6C77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F7DD0A-5DB4-CF79-B0F7-E992C8113365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EF14C7-83BE-53B2-0DFA-AE9CC062D7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5DFA856-D6B8-3FBC-6DF3-1C19D885DE66}"/>
              </a:ext>
            </a:extLst>
          </p:cNvPr>
          <p:cNvSpPr/>
          <p:nvPr/>
        </p:nvSpPr>
        <p:spPr>
          <a:xfrm>
            <a:off x="2870200" y="1509000"/>
            <a:ext cx="8059092" cy="354052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07080F-1F1A-FC9E-FF32-61B3926BA4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9780" y="1671122"/>
            <a:ext cx="7001852" cy="3067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38C575-60CC-4499-369A-993FEAA4DE97}"/>
              </a:ext>
            </a:extLst>
          </p:cNvPr>
          <p:cNvSpPr txBox="1"/>
          <p:nvPr/>
        </p:nvSpPr>
        <p:spPr>
          <a:xfrm>
            <a:off x="4543113" y="980443"/>
            <a:ext cx="349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ptos Black" panose="020B0004020202020204" pitchFamily="34" charset="0"/>
              </a:rPr>
              <a:t>REASONING</a:t>
            </a:r>
          </a:p>
        </p:txBody>
      </p:sp>
    </p:spTree>
    <p:extLst>
      <p:ext uri="{BB962C8B-B14F-4D97-AF65-F5344CB8AC3E}">
        <p14:creationId xmlns:p14="http://schemas.microsoft.com/office/powerpoint/2010/main" val="4268417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E1301-A4AD-754F-2A3C-49B001C5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2401FEE-BB91-661B-1F66-DB6EC335107A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A1B58334-ABBA-08DA-C9E3-D6F3FB537DFE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960CA3-43E0-139F-3FA9-7916FCD3A073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F1A0BD-B738-CC2F-3AF1-A0176FE3C951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F37E54-1A49-08F3-4BA0-1018504CE8D1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315BD5-6C55-A973-BEEA-08E8B51DF6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9EB73F-3D71-1CE0-9A49-5838F4BC115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4242"/>
          <a:stretch>
            <a:fillRect/>
          </a:stretch>
        </p:blipFill>
        <p:spPr>
          <a:xfrm>
            <a:off x="3010775" y="1506340"/>
            <a:ext cx="3468164" cy="22325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0DE1EF-888F-53A3-D607-44FFA1354B9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9906"/>
          <a:stretch>
            <a:fillRect/>
          </a:stretch>
        </p:blipFill>
        <p:spPr>
          <a:xfrm>
            <a:off x="6588185" y="1506340"/>
            <a:ext cx="4395239" cy="339438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EE8955B-23DD-473A-0BA2-23BE891BAEE4}"/>
              </a:ext>
            </a:extLst>
          </p:cNvPr>
          <p:cNvSpPr/>
          <p:nvPr/>
        </p:nvSpPr>
        <p:spPr>
          <a:xfrm>
            <a:off x="3144521" y="1506340"/>
            <a:ext cx="3334419" cy="242558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40A7C0-5627-014E-D109-AA7A614270AC}"/>
              </a:ext>
            </a:extLst>
          </p:cNvPr>
          <p:cNvSpPr/>
          <p:nvPr/>
        </p:nvSpPr>
        <p:spPr>
          <a:xfrm>
            <a:off x="6612685" y="1509000"/>
            <a:ext cx="4316607" cy="339172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03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1FB1F-863A-115B-5595-CFFF376AC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63DAD75-4294-AF7F-2C9D-BBD78458164D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1DF2AA8-88BE-9AC7-56C0-B5D20A4A602B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4B98C8-7C86-FD16-EFC7-34C90966B63F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591FA6-D283-5664-3B41-0E2BE6F2650B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727563-1304-C96E-9B05-8938DA581D4D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4BEFBB-BBF0-3881-11CA-0E990819A3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FE3B96E-6F82-3E13-1BEE-A30CFEAF2B94}"/>
              </a:ext>
            </a:extLst>
          </p:cNvPr>
          <p:cNvSpPr/>
          <p:nvPr/>
        </p:nvSpPr>
        <p:spPr>
          <a:xfrm>
            <a:off x="3010774" y="1362923"/>
            <a:ext cx="7001906" cy="314811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19852-5BC6-901A-5E5C-BA5C0890FC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4960" y="1706815"/>
            <a:ext cx="6447958" cy="25640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833A8B-3B34-3923-26AC-0A44CC6745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0774" y="4694218"/>
            <a:ext cx="7401958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18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3D092-8018-12B7-8416-D9D3349F7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B0BF2F2-B6A9-1DDA-F8FF-9195789B3A7E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6F97E9D-E796-9234-E3CD-C75987054FDF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0F1431-686D-C131-639E-7D5167583264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5338D1-C0ED-8897-6597-3E76F8ED7CA3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574F69-264B-E9E8-2328-4E5FB970A58E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61B5B2-82A0-AE32-C24F-28D0FC01FB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72BC5C-3291-D28A-1DF0-A50B70A41A1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753" r="4679"/>
          <a:stretch>
            <a:fillRect/>
          </a:stretch>
        </p:blipFill>
        <p:spPr>
          <a:xfrm>
            <a:off x="3397687" y="2255282"/>
            <a:ext cx="5396626" cy="25333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8356AD-1AFB-7605-A4B5-B26322A432D0}"/>
              </a:ext>
            </a:extLst>
          </p:cNvPr>
          <p:cNvSpPr/>
          <p:nvPr/>
        </p:nvSpPr>
        <p:spPr>
          <a:xfrm>
            <a:off x="3154680" y="2154345"/>
            <a:ext cx="5882640" cy="284214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28D38-0877-13A8-42F7-A9C353DC9238}"/>
              </a:ext>
            </a:extLst>
          </p:cNvPr>
          <p:cNvSpPr txBox="1"/>
          <p:nvPr/>
        </p:nvSpPr>
        <p:spPr>
          <a:xfrm>
            <a:off x="5265625" y="1249401"/>
            <a:ext cx="2189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Amasis MT Pro Black" panose="02040A04050005020304" pitchFamily="18" charset="0"/>
              </a:rPr>
              <a:t>MINI-PLENARY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944461-0557-E171-D01A-372707C30B8B}"/>
              </a:ext>
            </a:extLst>
          </p:cNvPr>
          <p:cNvSpPr txBox="1"/>
          <p:nvPr/>
        </p:nvSpPr>
        <p:spPr>
          <a:xfrm>
            <a:off x="3154680" y="5181601"/>
            <a:ext cx="6268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YOU UNDERSTAND THE KEYWORDS?</a:t>
            </a:r>
          </a:p>
          <a:p>
            <a:r>
              <a:rPr lang="en-US" dirty="0"/>
              <a:t>DO YOU UNDERSTAND UNIT RATES?</a:t>
            </a:r>
          </a:p>
        </p:txBody>
      </p:sp>
    </p:spTree>
    <p:extLst>
      <p:ext uri="{BB962C8B-B14F-4D97-AF65-F5344CB8AC3E}">
        <p14:creationId xmlns:p14="http://schemas.microsoft.com/office/powerpoint/2010/main" val="2382524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61A7D-B3D7-1BDB-BA54-3EF131C1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128F6B8-7578-99BD-AF7F-BABD46A585EA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A7867C62-8C26-E80F-04A9-95D00E7373A7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CDF1E-3962-53BE-87FD-B5A5E7B93180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1F9FA-587E-37F0-59B8-EB456933A311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377248-B042-41BA-F2ED-BBB9EC56DEE4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C12D44-9092-8DF2-4A55-53A9D8CF53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A324FE-AFA6-2D82-770B-042E1E3ADD77}"/>
              </a:ext>
            </a:extLst>
          </p:cNvPr>
          <p:cNvSpPr/>
          <p:nvPr/>
        </p:nvSpPr>
        <p:spPr>
          <a:xfrm>
            <a:off x="3144520" y="1506340"/>
            <a:ext cx="7430485" cy="413276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FF4794-BD9C-B964-54A5-5F449D3D411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301"/>
          <a:stretch>
            <a:fillRect/>
          </a:stretch>
        </p:blipFill>
        <p:spPr>
          <a:xfrm>
            <a:off x="3439160" y="1973344"/>
            <a:ext cx="6959600" cy="348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4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30A3B-91CE-47E4-1ACA-511E36EB9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ABBE716-8C7E-2EEE-5F47-88B453111393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DB698BAA-474F-41CD-D6FD-01507058E4E4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326D0-9E6D-0D81-DDA9-3935A549EA59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CC084-5C0C-35C4-8F88-4FA472EEEE83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7A49F8-2830-7228-835B-078B3CD44063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E5B732-BC55-3D4B-D5E7-B9A9EFE28E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3EB41D-395C-CF27-C8F6-773F81913A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3716" y="1379002"/>
            <a:ext cx="3647738" cy="23598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62DF7A-1368-C39B-68E5-7ACE952E3364}"/>
              </a:ext>
            </a:extLst>
          </p:cNvPr>
          <p:cNvSpPr/>
          <p:nvPr/>
        </p:nvSpPr>
        <p:spPr>
          <a:xfrm>
            <a:off x="3213715" y="1312936"/>
            <a:ext cx="5201376" cy="242552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94E91B-96D9-775B-70A6-713840EBD6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6760" y="4363124"/>
            <a:ext cx="4577843" cy="16517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ECC8FC6-6F96-6B03-1AB0-8B453BE30E6A}"/>
              </a:ext>
            </a:extLst>
          </p:cNvPr>
          <p:cNvSpPr txBox="1"/>
          <p:nvPr/>
        </p:nvSpPr>
        <p:spPr>
          <a:xfrm>
            <a:off x="3213716" y="3854094"/>
            <a:ext cx="3832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ptos Black" panose="020B0004020202020204" pitchFamily="34" charset="0"/>
              </a:rPr>
              <a:t>E : FOR EARLY FINISHERS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970ABF-BBF7-B90A-3634-0CEB05794410}"/>
              </a:ext>
            </a:extLst>
          </p:cNvPr>
          <p:cNvSpPr/>
          <p:nvPr/>
        </p:nvSpPr>
        <p:spPr>
          <a:xfrm>
            <a:off x="3213714" y="3824794"/>
            <a:ext cx="5201376" cy="208952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47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9AEAF-7291-F420-1CD3-1F33B80CC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EFA7771-E4C1-494C-02DB-62FA33510CD0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FB72803F-CFB4-A01C-20F8-331E7A74352C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76DA5-D88A-C24C-1A2B-F452B6E93E2C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8E4A90-F6BB-3DF6-2485-1F3DEAEE2BA6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568BEB-BE8B-1144-476D-AF4CA6D08323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F56C8F-27F6-24F5-3098-FBC71B83B7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77EF5D-2D45-DE05-D920-B080064D2F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0338" y="1808480"/>
            <a:ext cx="6924352" cy="39020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DF2DA7-65B4-9DB1-2BE4-A5298595C2EA}"/>
              </a:ext>
            </a:extLst>
          </p:cNvPr>
          <p:cNvSpPr txBox="1"/>
          <p:nvPr/>
        </p:nvSpPr>
        <p:spPr>
          <a:xfrm>
            <a:off x="3402663" y="1195896"/>
            <a:ext cx="339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PART D</a:t>
            </a:r>
          </a:p>
        </p:txBody>
      </p:sp>
    </p:spTree>
    <p:extLst>
      <p:ext uri="{BB962C8B-B14F-4D97-AF65-F5344CB8AC3E}">
        <p14:creationId xmlns:p14="http://schemas.microsoft.com/office/powerpoint/2010/main" val="888418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4C229-23A2-CC62-82DD-1D4DFCB35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F39DA1C-3131-80C1-ED2A-ABF4C292B05A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5DD2AD32-5015-13B6-9422-1B57C3CA44CC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DC6CB1-B872-312F-3C16-F676EFA20077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344D40-9FB2-78BC-F97B-89BD7AB78303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A4E391-8D0D-041B-EE48-FD91F1FBAB52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4AE90-71AD-243A-859F-9BD3761940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192249-06AC-A876-9F5A-54637CD47FA9}"/>
              </a:ext>
            </a:extLst>
          </p:cNvPr>
          <p:cNvSpPr/>
          <p:nvPr/>
        </p:nvSpPr>
        <p:spPr>
          <a:xfrm>
            <a:off x="2913344" y="1194948"/>
            <a:ext cx="7835285" cy="446810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E08D0A-F7F5-B5A9-54C2-2820E29AE344}"/>
              </a:ext>
            </a:extLst>
          </p:cNvPr>
          <p:cNvSpPr txBox="1"/>
          <p:nvPr/>
        </p:nvSpPr>
        <p:spPr>
          <a:xfrm>
            <a:off x="2913343" y="1312936"/>
            <a:ext cx="77489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DOK 3 – Strategic Thinking</a:t>
            </a:r>
          </a:p>
          <a:p>
            <a:r>
              <a:rPr lang="en-US" dirty="0"/>
              <a:t>If the family leaves Fujairah at 3:30 PM and drives at </a:t>
            </a:r>
            <a:r>
              <a:rPr lang="en-US" b="1" dirty="0"/>
              <a:t>54 km/h</a:t>
            </a:r>
            <a:r>
              <a:rPr lang="en-US" dirty="0"/>
              <a:t>, what time will they arrive in Dubai? Show your reasoning.</a:t>
            </a:r>
          </a:p>
          <a:p>
            <a:r>
              <a:rPr lang="en-US" dirty="0"/>
              <a:t>Compare the time and speed required for the onward and return trips. Which trip is faster and why?</a:t>
            </a:r>
          </a:p>
          <a:p>
            <a:r>
              <a:rPr lang="en-US" dirty="0"/>
              <a:t>The car’s fuel efficiency decreases if the speed drops by 10km/h. Explain how driving slower affects fuel consumption and travel time.</a:t>
            </a:r>
          </a:p>
          <a:p>
            <a:endParaRPr lang="en-US" dirty="0"/>
          </a:p>
          <a:p>
            <a:r>
              <a:rPr lang="en-US" b="1" dirty="0"/>
              <a:t>DOK 4 – Extended Thinking</a:t>
            </a:r>
          </a:p>
          <a:p>
            <a:r>
              <a:rPr lang="en-US" dirty="0"/>
              <a:t>Create a </a:t>
            </a:r>
            <a:r>
              <a:rPr lang="en-US" b="1" dirty="0"/>
              <a:t>table showing distance, speed, travel time, departure, and arrival</a:t>
            </a:r>
            <a:r>
              <a:rPr lang="en-US" dirty="0"/>
              <a:t> for both trips.</a:t>
            </a:r>
          </a:p>
          <a:p>
            <a:r>
              <a:rPr lang="en-US" dirty="0"/>
              <a:t>The family wants to minimize travel time while consuming the least fuel. Suggest an </a:t>
            </a:r>
            <a:r>
              <a:rPr lang="en-US" b="1" dirty="0"/>
              <a:t>optimal speed</a:t>
            </a:r>
            <a:r>
              <a:rPr lang="en-US" dirty="0"/>
              <a:t> for the return trip and justify your answer using calculations.</a:t>
            </a:r>
          </a:p>
          <a:p>
            <a:r>
              <a:rPr lang="en-US" dirty="0"/>
              <a:t>Imagine there is a </a:t>
            </a:r>
            <a:r>
              <a:rPr lang="en-US" b="1" dirty="0"/>
              <a:t>traffic delay of 15 minutes</a:t>
            </a:r>
            <a:r>
              <a:rPr lang="en-US" dirty="0"/>
              <a:t> on the return trip. Recalculate the </a:t>
            </a:r>
            <a:r>
              <a:rPr lang="en-US" b="1" dirty="0"/>
              <a:t>required average speed</a:t>
            </a:r>
            <a:r>
              <a:rPr lang="en-US" dirty="0"/>
              <a:t> to still arrive by 6:00 PM.</a:t>
            </a:r>
          </a:p>
        </p:txBody>
      </p:sp>
    </p:spTree>
    <p:extLst>
      <p:ext uri="{BB962C8B-B14F-4D97-AF65-F5344CB8AC3E}">
        <p14:creationId xmlns:p14="http://schemas.microsoft.com/office/powerpoint/2010/main" val="1158872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3E84B-B53D-E193-22AE-902CEE592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2CC1371-8CAA-07E2-CE61-A888BB41852E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0EF6E88E-1BC2-499E-1C1D-44417545AEC4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3D0D74-FA08-6F97-64B1-4ED27536133E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D8B1D2-980B-AE9A-4061-1A2E0D332408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E9A60D-B18A-6854-CBA6-FB744361A426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4457FC-78E7-E29C-B779-7B69D41165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6DCD95-D73A-0F73-5B3C-4070464EEB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2179" y="1606503"/>
            <a:ext cx="6729861" cy="42856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747E50-FCF2-FFCA-B642-23D8B7836C89}"/>
              </a:ext>
            </a:extLst>
          </p:cNvPr>
          <p:cNvSpPr txBox="1"/>
          <p:nvPr/>
        </p:nvSpPr>
        <p:spPr>
          <a:xfrm>
            <a:off x="3398520" y="116840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Bodoni MT Black" panose="02070A03080606020203" pitchFamily="18" charset="0"/>
              </a:rPr>
              <a:t>ACTIVITY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D9170B-99C2-CFC1-D1E0-12F8E6DAE7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8520" y="3532175"/>
            <a:ext cx="4622748" cy="15071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D57018C-DDD9-89B2-7BF3-14F5282C1DFF}"/>
              </a:ext>
            </a:extLst>
          </p:cNvPr>
          <p:cNvSpPr/>
          <p:nvPr/>
        </p:nvSpPr>
        <p:spPr>
          <a:xfrm>
            <a:off x="7406013" y="2977883"/>
            <a:ext cx="741680" cy="142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4270DA-B5AE-36EA-D595-3B986586C0C6}"/>
              </a:ext>
            </a:extLst>
          </p:cNvPr>
          <p:cNvSpPr/>
          <p:nvPr/>
        </p:nvSpPr>
        <p:spPr>
          <a:xfrm>
            <a:off x="8822146" y="2546649"/>
            <a:ext cx="741680" cy="142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D4383F-CA93-ABC9-674C-19F70D6224BF}"/>
              </a:ext>
            </a:extLst>
          </p:cNvPr>
          <p:cNvSpPr/>
          <p:nvPr/>
        </p:nvSpPr>
        <p:spPr>
          <a:xfrm>
            <a:off x="9505493" y="2776636"/>
            <a:ext cx="833120" cy="1422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BE16D75-7034-94FD-D501-601C825F94B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298"/>
          <a:stretch>
            <a:fillRect/>
          </a:stretch>
        </p:blipFill>
        <p:spPr>
          <a:xfrm>
            <a:off x="7671903" y="1792684"/>
            <a:ext cx="3168992" cy="149563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71AC4FC-7718-9D9E-2689-7ADBEB30B03D}"/>
              </a:ext>
            </a:extLst>
          </p:cNvPr>
          <p:cNvSpPr/>
          <p:nvPr/>
        </p:nvSpPr>
        <p:spPr>
          <a:xfrm>
            <a:off x="7645400" y="2103121"/>
            <a:ext cx="1085358" cy="87476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CABBE4-02D0-B84E-FE37-47FE8ADD6229}"/>
              </a:ext>
            </a:extLst>
          </p:cNvPr>
          <p:cNvSpPr/>
          <p:nvPr/>
        </p:nvSpPr>
        <p:spPr>
          <a:xfrm>
            <a:off x="9590329" y="2055277"/>
            <a:ext cx="1085358" cy="87476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59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FA480-587A-C61C-6E4A-4311DD98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A7EE8CB-9B23-D861-13FD-7BC4D63663CC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81BF161-A273-C768-8964-0AC3EB1480DF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D335A-FEF6-FA4C-D43A-47CFAC8A7C9C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8E2EED-9892-CA07-A06E-413076193A6D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D5D25F-96E7-7215-6063-56F63B5896A1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EEFC25-EDA8-6DA8-0909-2FC99C9377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D8DE68-C65E-F1BF-E385-D0020B6CB9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3479" y="1665070"/>
            <a:ext cx="7681527" cy="307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52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6C191-9AEC-B7E1-BEB5-2BFF909DA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2C2B59F-AA2B-CA2C-A38D-85EBDCC2E6A6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9ED553A5-1355-9E7E-9DAB-C109B164C562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1F3421-82BE-333C-308E-9F77FC5FBDBC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8979E-C718-B2D2-E0BA-E9DD1D14BAF2}"/>
              </a:ext>
            </a:extLst>
          </p:cNvPr>
          <p:cNvSpPr txBox="1"/>
          <p:nvPr/>
        </p:nvSpPr>
        <p:spPr>
          <a:xfrm>
            <a:off x="2941080" y="6037431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ED7197-2E69-CBC9-AC06-B1AF38B7FE78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E6A259-AFC9-8EBD-E57C-E250214338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pic>
        <p:nvPicPr>
          <p:cNvPr id="1026" name="Picture 2" descr="Top 12 Supermarkets in Dubai and UAE Retail Market Landscape in 2025">
            <a:extLst>
              <a:ext uri="{FF2B5EF4-FFF2-40B4-BE49-F238E27FC236}">
                <a16:creationId xmlns:a16="http://schemas.microsoft.com/office/drawing/2014/main" id="{FC9AC102-5D13-6F07-AA5D-6ABE839CE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371" y="3429000"/>
            <a:ext cx="16256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ransport Costs Definition: Complete Guide for 2024">
            <a:extLst>
              <a:ext uri="{FF2B5EF4-FFF2-40B4-BE49-F238E27FC236}">
                <a16:creationId xmlns:a16="http://schemas.microsoft.com/office/drawing/2014/main" id="{F88A0EF5-FF75-DD6C-1D5E-B3261630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367" y="2840507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1D189A9-C09B-0A0D-BB5C-305CA0B495BC}"/>
              </a:ext>
            </a:extLst>
          </p:cNvPr>
          <p:cNvSpPr/>
          <p:nvPr/>
        </p:nvSpPr>
        <p:spPr>
          <a:xfrm>
            <a:off x="2870200" y="1434564"/>
            <a:ext cx="778450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Amasis MT Pro Black" panose="02040A04050005020304" pitchFamily="18" charset="0"/>
              </a:rPr>
              <a:t>Real-life task: Find 3 examples of unit rates</a:t>
            </a:r>
          </a:p>
          <a:p>
            <a:r>
              <a:rPr lang="en-US" sz="2200" dirty="0">
                <a:solidFill>
                  <a:srgbClr val="FF0000"/>
                </a:solidFill>
                <a:latin typeface="Amasis MT Pro Black" panose="02040A04050005020304" pitchFamily="18" charset="0"/>
              </a:rPr>
              <a:t>in UAE (from grocery flyers, transport fares, </a:t>
            </a:r>
          </a:p>
          <a:p>
            <a:r>
              <a:rPr lang="en-US" sz="2200" dirty="0">
                <a:solidFill>
                  <a:srgbClr val="FF0000"/>
                </a:solidFill>
                <a:latin typeface="Amasis MT Pro Black" panose="02040A04050005020304" pitchFamily="18" charset="0"/>
              </a:rPr>
              <a:t>or online shopping). Explain which is the better deal.</a:t>
            </a:r>
            <a:endParaRPr lang="en-US" sz="2200" b="1" dirty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masis MT Pro Black" panose="02040A04050005020304" pitchFamily="18" charset="0"/>
            </a:endParaRPr>
          </a:p>
        </p:txBody>
      </p:sp>
      <p:pic>
        <p:nvPicPr>
          <p:cNvPr id="1030" name="Picture 6" descr="Top 10 Benefits of Online Shopping | 01">
            <a:extLst>
              <a:ext uri="{FF2B5EF4-FFF2-40B4-BE49-F238E27FC236}">
                <a16:creationId xmlns:a16="http://schemas.microsoft.com/office/drawing/2014/main" id="{89323C9A-75EB-A0FA-5B2E-946BF537A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795" y="3725622"/>
            <a:ext cx="2767069" cy="1845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840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9A4F1-6FA6-CE89-BE1B-A9D671ABE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92DAECD-E13A-B7B3-C993-66A6B70D3F3A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09C5D72C-972B-19C2-F514-D0E7E770A7F9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80B8B-AE9D-5E84-6EAF-6591B8800E7D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compute unit rates involving ratios of fractions by dividing and simplifying fractions.</a:t>
            </a:r>
            <a:endParaRPr lang="en-GB" sz="1400" dirty="0">
              <a:latin typeface="Candara" panose="020E0502030303020204" pitchFamily="34" charset="0"/>
              <a:ea typeface="Tahoma" panose="020B060403050404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258293-9F39-B2CA-CC6F-902BCDEC14DF}"/>
              </a:ext>
            </a:extLst>
          </p:cNvPr>
          <p:cNvSpPr txBox="1"/>
          <p:nvPr/>
        </p:nvSpPr>
        <p:spPr>
          <a:xfrm>
            <a:off x="2941080" y="6037431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F2842E-104F-6FD8-94D3-663EAB9ED853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52D45B-3720-5AA2-AD57-4E0596B5C9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4EF941-5739-B193-32EF-6A2F3DED6121}"/>
              </a:ext>
            </a:extLst>
          </p:cNvPr>
          <p:cNvSpPr txBox="1"/>
          <p:nvPr/>
        </p:nvSpPr>
        <p:spPr>
          <a:xfrm>
            <a:off x="4581376" y="952645"/>
            <a:ext cx="332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masis MT Pro Black" panose="02040A04050005020304" pitchFamily="18" charset="0"/>
              </a:rPr>
              <a:t>EXIT TICKETS</a:t>
            </a:r>
          </a:p>
        </p:txBody>
      </p:sp>
      <p:pic>
        <p:nvPicPr>
          <p:cNvPr id="2050" name="Picture 2" descr="fundraising ideas">
            <a:extLst>
              <a:ext uri="{FF2B5EF4-FFF2-40B4-BE49-F238E27FC236}">
                <a16:creationId xmlns:a16="http://schemas.microsoft.com/office/drawing/2014/main" id="{154BE204-1C03-4488-3946-2C48EB1A6E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18"/>
          <a:stretch>
            <a:fillRect/>
          </a:stretch>
        </p:blipFill>
        <p:spPr bwMode="auto">
          <a:xfrm>
            <a:off x="8873116" y="2275841"/>
            <a:ext cx="2175884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202461-62E6-1E66-D0DF-EC03EC4BE4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8522" y="1442761"/>
            <a:ext cx="6134956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166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B1358-8FCC-2998-5C79-C6CC853E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395B6BE-F9BD-BD6E-3E3B-CC70164F5E5C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C308F5CA-7F77-5A7B-08BA-032259C4B12A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EB508-3F17-7364-88F1-72048BD6B5CA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apply unit rates to solve and explain real-life problems involving quantities with like or different units.</a:t>
            </a:r>
            <a:endParaRPr lang="en-US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16A3A-64A9-B120-E106-6BE8578BC9EA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053D1F-E9E4-C97F-8541-1EC55A9CA6BF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1E8A2F-20DF-631E-4C64-5993DD3AEA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270382-127C-3974-755E-4696AD3A9555}"/>
              </a:ext>
            </a:extLst>
          </p:cNvPr>
          <p:cNvSpPr txBox="1"/>
          <p:nvPr/>
        </p:nvSpPr>
        <p:spPr>
          <a:xfrm>
            <a:off x="2885866" y="3526881"/>
            <a:ext cx="3727248" cy="1634490"/>
          </a:xfrm>
          <a:prstGeom prst="roundRect">
            <a:avLst/>
          </a:prstGeom>
          <a:noFill/>
          <a:ln w="57150">
            <a:solidFill>
              <a:srgbClr val="60009A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masis MT Pro Black" panose="02040A04050005020304" pitchFamily="18" charset="0"/>
              </a:rPr>
              <a:t>Teacher Link: </a:t>
            </a:r>
            <a:r>
              <a:rPr lang="en-US" b="1" dirty="0">
                <a:latin typeface="Amasis MT Pro Black" panose="02040A04050005020304" pitchFamily="18" charset="0"/>
                <a:hlinkClick r:id="rId8"/>
              </a:rPr>
              <a:t>https://wayground.com/admin/activity/classic/68ec9983a11332e06972ab70</a:t>
            </a:r>
            <a:r>
              <a:rPr lang="en-US" b="1" dirty="0">
                <a:latin typeface="Amasis MT Pro Black" panose="02040A04050005020304" pitchFamily="18" charset="0"/>
              </a:rPr>
              <a:t> </a:t>
            </a:r>
            <a:endParaRPr lang="en-US" dirty="0"/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E149B9-B4E5-BDDB-50DD-A52AE2385A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7454" y="1410932"/>
            <a:ext cx="3374944" cy="17724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29F13C-019E-701D-65EA-8ABAF89C91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2279" y="2554923"/>
            <a:ext cx="1506622" cy="444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4B7BFF-6D0A-D457-D671-E8B999C21C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7223" y="1478652"/>
            <a:ext cx="3635406" cy="39891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B44271-A930-6C65-DD73-280B7ECEF46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66578" b="90504"/>
          <a:stretch>
            <a:fillRect/>
          </a:stretch>
        </p:blipFill>
        <p:spPr>
          <a:xfrm>
            <a:off x="3741019" y="2569667"/>
            <a:ext cx="1506622" cy="46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02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FDA5-D0E9-63B1-2E0E-79019134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587C8F7-B97A-ED1F-F988-A181ED90FF0B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75F1903E-5A27-A84D-B424-16D619F04595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4D52C1-4429-28E2-5EB2-201BDFEDC167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apply unit rates to solve and explain real-life problems involving quantities with like or different units.</a:t>
            </a:r>
            <a:endParaRPr lang="en-US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1CEB9A-3556-AE04-3BAC-C7704414B9E5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5FE924-8A54-2418-6DC2-A8BF549EA5C5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4B93BE-3BDC-CAED-9002-19FAEA536B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E29A20-5668-6D0D-19A3-D442CF928A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3710" y="1636307"/>
            <a:ext cx="6515736" cy="319275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59D8F3A-16D5-F541-2E65-C99DF5EEFABF}"/>
              </a:ext>
            </a:extLst>
          </p:cNvPr>
          <p:cNvSpPr/>
          <p:nvPr/>
        </p:nvSpPr>
        <p:spPr>
          <a:xfrm>
            <a:off x="3103880" y="1544320"/>
            <a:ext cx="1056640" cy="336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F76751-3780-780C-B612-182C2E8A6DDF}"/>
              </a:ext>
            </a:extLst>
          </p:cNvPr>
          <p:cNvSpPr txBox="1"/>
          <p:nvPr/>
        </p:nvSpPr>
        <p:spPr>
          <a:xfrm>
            <a:off x="3103880" y="1788160"/>
            <a:ext cx="10566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ASPIRE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SUCCEED</a:t>
            </a:r>
          </a:p>
        </p:txBody>
      </p:sp>
    </p:spTree>
    <p:extLst>
      <p:ext uri="{BB962C8B-B14F-4D97-AF65-F5344CB8AC3E}">
        <p14:creationId xmlns:p14="http://schemas.microsoft.com/office/powerpoint/2010/main" val="3319946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FD65E-BE6E-DB8F-576A-C0110C13E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304FABF-BCFC-8A3A-73B5-697301873213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2C52FC7E-3DAF-979A-340A-B0068F57FCD9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392F13-E156-FBF2-CFE5-A907237925CA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apply unit rates to solve and explain real-life problems involving quantities with like or different units.</a:t>
            </a:r>
            <a:endParaRPr lang="en-US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590488-6247-7241-697D-8DBD131CC4FD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96613-D065-ACE8-B8A3-913D92CB689C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655BE8-2A52-FBB6-6531-71181025E0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EA59BA-37A6-A28C-FF03-97E6F1B683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5042" y="2381363"/>
            <a:ext cx="7763958" cy="22291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C783A3-1B3D-CDC5-26EC-122D4FABA826}"/>
              </a:ext>
            </a:extLst>
          </p:cNvPr>
          <p:cNvSpPr txBox="1"/>
          <p:nvPr/>
        </p:nvSpPr>
        <p:spPr>
          <a:xfrm>
            <a:off x="3378200" y="1452881"/>
            <a:ext cx="688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ptos Slab Black" panose="020F0502020204030204" pitchFamily="34" charset="0"/>
              </a:rPr>
              <a:t>UAE CONNECTION</a:t>
            </a:r>
          </a:p>
        </p:txBody>
      </p:sp>
    </p:spTree>
    <p:extLst>
      <p:ext uri="{BB962C8B-B14F-4D97-AF65-F5344CB8AC3E}">
        <p14:creationId xmlns:p14="http://schemas.microsoft.com/office/powerpoint/2010/main" val="1981108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9DEA-EDBE-CD45-013F-9AF150BEA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FB7CC93-B2EC-4013-6903-29327CBD68CD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FCBA958-96C6-CF1C-E984-CD81223BEC89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09909-8BD3-71FA-80C0-0E3A3A983B30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apply unit rates to solve and explain real-life problems involving quantities with like or different units.</a:t>
            </a:r>
            <a:endParaRPr lang="en-US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EAC15F-B312-74E6-708E-1D688EAA5F9D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938C5D-ED9D-85CE-1CB4-1D897762B229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B21D9-30F7-D9FE-CD07-6254DCEC4B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538D8A-26E7-310D-900F-521D77054E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0199" y="1840959"/>
            <a:ext cx="7782560" cy="29725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B8CB66-4A5F-46C6-F2CE-E94E85FC2406}"/>
              </a:ext>
            </a:extLst>
          </p:cNvPr>
          <p:cNvSpPr txBox="1"/>
          <p:nvPr/>
        </p:nvSpPr>
        <p:spPr>
          <a:xfrm>
            <a:off x="3317239" y="1193906"/>
            <a:ext cx="688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ptos Slab Black" panose="020F0502020204030204" pitchFamily="34" charset="0"/>
              </a:rPr>
              <a:t>TASK 1 – KNOWLEDGE (ASPIRE)</a:t>
            </a:r>
          </a:p>
        </p:txBody>
      </p:sp>
    </p:spTree>
    <p:extLst>
      <p:ext uri="{BB962C8B-B14F-4D97-AF65-F5344CB8AC3E}">
        <p14:creationId xmlns:p14="http://schemas.microsoft.com/office/powerpoint/2010/main" val="3263297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5A197-2721-C2D2-D9B0-ACC6917AF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DC15AA9-4772-4AB8-7326-BE49CA614A65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A78F9A06-6E53-AA52-FA3F-363DF328CFAE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AB59CC-00CA-7F78-80DE-E91371BDB1CF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apply unit rates to solve and explain real-life problems involving quantities with like or different units.</a:t>
            </a:r>
            <a:endParaRPr lang="en-US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D061BE-B4E3-042B-73F5-6E71C8184403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EC9B94-BABB-37F6-5DB3-7E1C77F7B78A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AC8EED-76F3-8E37-0364-99EB62F630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0FF74C-5DEB-9D52-BF65-DAF4FECC3D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4541" y="2346960"/>
            <a:ext cx="7763229" cy="29253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82680B-EF02-55E3-0B6B-C415F7983C3D}"/>
              </a:ext>
            </a:extLst>
          </p:cNvPr>
          <p:cNvSpPr txBox="1"/>
          <p:nvPr/>
        </p:nvSpPr>
        <p:spPr>
          <a:xfrm>
            <a:off x="3224540" y="1328470"/>
            <a:ext cx="688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ptos Slab Black" panose="020F0502020204030204" pitchFamily="34" charset="0"/>
              </a:rPr>
              <a:t>TASK -2 APPLICATION (GROW)</a:t>
            </a:r>
          </a:p>
        </p:txBody>
      </p:sp>
    </p:spTree>
    <p:extLst>
      <p:ext uri="{BB962C8B-B14F-4D97-AF65-F5344CB8AC3E}">
        <p14:creationId xmlns:p14="http://schemas.microsoft.com/office/powerpoint/2010/main" val="898941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7BEE8-3524-7967-279B-6F0D938D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4A05D4B-EFDA-1638-4AC3-5351D2C17362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641E0A3E-0178-EF63-C575-981DA1368A02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6EED2-37C3-C1D1-432D-C0F2A1FB77A0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apply unit rates to solve and explain real-life problems involving quantities with like or different units.</a:t>
            </a:r>
            <a:endParaRPr lang="en-US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0E01A1-CF27-825A-5B03-EBA7A1A18CAD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F6376C-B680-27E1-706E-1F11B8BDA3B9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DDF684-0BF5-D1E0-D33B-23401531BB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F58019-0771-C56E-80F0-272C4B233BFD}"/>
              </a:ext>
            </a:extLst>
          </p:cNvPr>
          <p:cNvSpPr txBox="1"/>
          <p:nvPr/>
        </p:nvSpPr>
        <p:spPr>
          <a:xfrm>
            <a:off x="3224540" y="1328470"/>
            <a:ext cx="688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ptos Slab Black" panose="020F0502020204030204" pitchFamily="34" charset="0"/>
              </a:rPr>
              <a:t>TASK -3 REASONING (SUCCEED)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68BA6E-71D1-DF46-E8A3-A23088B733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0774" y="1913245"/>
            <a:ext cx="6727586" cy="34751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8A0B3A4-B783-CFAA-4EF4-E250DCC1C8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4360" y="3996627"/>
            <a:ext cx="5447676" cy="129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65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0B190-B2CD-DE7B-CFF4-39894B3F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FAD5465-F6B1-3BA0-9AB8-0AF7AE6D524A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09E24B5A-A397-1AFD-1A37-325D5A1B78BD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9A9628-AA7F-C615-6D81-884A9A835A25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apply unit rates to solve and explain real-life problems involving quantities with like or different units.</a:t>
            </a:r>
            <a:endParaRPr lang="en-US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48DC1-FAFB-E101-3B6F-012D3EE12660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536E5F-233F-8E20-3007-8BDE6A18B3A4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210935-1289-0281-2CAF-4ACBE18555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7E12A5-508F-F188-8F36-B821C1126A45}"/>
              </a:ext>
            </a:extLst>
          </p:cNvPr>
          <p:cNvSpPr txBox="1"/>
          <p:nvPr/>
        </p:nvSpPr>
        <p:spPr>
          <a:xfrm>
            <a:off x="3224540" y="1328470"/>
            <a:ext cx="688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ptos Slab Black" panose="020F0502020204030204" pitchFamily="34" charset="0"/>
              </a:rPr>
              <a:t>ANSWERS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E12EB4-ADB5-6967-E716-DD8DA1014C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9913" y="2724052"/>
            <a:ext cx="6744641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22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02C4-C7CE-6D22-4389-EC86FBDB1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25BE99C-103D-1A7B-1EF7-C29B16FDA6CA}"/>
              </a:ext>
            </a:extLst>
          </p:cNvPr>
          <p:cNvGraphicFramePr/>
          <p:nvPr/>
        </p:nvGraphicFramePr>
        <p:xfrm>
          <a:off x="1208577" y="952645"/>
          <a:ext cx="1584176" cy="5802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7F1F0DDA-52FE-C670-E07D-978BE7A813D3}"/>
              </a:ext>
            </a:extLst>
          </p:cNvPr>
          <p:cNvSpPr txBox="1">
            <a:spLocks/>
          </p:cNvSpPr>
          <p:nvPr/>
        </p:nvSpPr>
        <p:spPr>
          <a:xfrm>
            <a:off x="2870200" y="81904"/>
            <a:ext cx="1584159" cy="70049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2"/>
                </a:solidFill>
                <a:latin typeface="Berlin Sans FB" panose="020E0602020502020306" pitchFamily="34" charset="0"/>
              </a:rPr>
              <a:t>RATIO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74C7C9-7D24-7DDE-D9D9-E77B43A5C293}"/>
              </a:ext>
            </a:extLst>
          </p:cNvPr>
          <p:cNvSpPr txBox="1"/>
          <p:nvPr/>
        </p:nvSpPr>
        <p:spPr>
          <a:xfrm>
            <a:off x="4453710" y="74513"/>
            <a:ext cx="427704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Candara" panose="020E0502030303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Lesson Objective: </a:t>
            </a:r>
            <a:r>
              <a:rPr lang="en-US" sz="1400" b="1" dirty="0">
                <a:solidFill>
                  <a:srgbClr val="A9142A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will be able to apply unit rates to solve and explain real-life problems involving quantities with like or different units.</a:t>
            </a:r>
            <a:endParaRPr lang="en-US" sz="1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6B876F-1F29-D8E7-A16E-85C9485A10AC}"/>
              </a:ext>
            </a:extLst>
          </p:cNvPr>
          <p:cNvSpPr txBox="1"/>
          <p:nvPr/>
        </p:nvSpPr>
        <p:spPr>
          <a:xfrm>
            <a:off x="3010775" y="6015257"/>
            <a:ext cx="4316607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ATL SKILLS : COMMUNICATION</a:t>
            </a:r>
          </a:p>
          <a:p>
            <a:r>
              <a:rPr lang="en-US" b="1" dirty="0">
                <a:solidFill>
                  <a:schemeClr val="bg1"/>
                </a:solidFill>
                <a:latin typeface="Candara" panose="020E0502030303020204" pitchFamily="34" charset="0"/>
              </a:rPr>
              <a:t>IB LEARNER PROFILE : COMMUNICATOR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686F78-479E-CC31-418E-2317B1D691E2}"/>
              </a:ext>
            </a:extLst>
          </p:cNvPr>
          <p:cNvSpPr txBox="1"/>
          <p:nvPr/>
        </p:nvSpPr>
        <p:spPr>
          <a:xfrm>
            <a:off x="7406013" y="6037431"/>
            <a:ext cx="3168992" cy="646331"/>
          </a:xfrm>
          <a:prstGeom prst="rect">
            <a:avLst/>
          </a:prstGeom>
          <a:solidFill>
            <a:srgbClr val="CCFF99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</a:rPr>
              <a:t>Keywords: Ratio, </a:t>
            </a:r>
            <a:r>
              <a:rPr lang="en-GB" dirty="0">
                <a:latin typeface="Candara" panose="020E0502030303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unit rate, reciprocal, simplify</a:t>
            </a:r>
            <a:endParaRPr lang="en-GB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C2F111-347F-4DF3-BC5E-667559B01B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0759" y="10979"/>
            <a:ext cx="2238687" cy="12384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60228C-A7B9-F118-9875-CF9D3AF4BD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4113" y="1814639"/>
            <a:ext cx="5476240" cy="375578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352190E-79AE-08DC-FF78-5289495CE386}"/>
              </a:ext>
            </a:extLst>
          </p:cNvPr>
          <p:cNvSpPr/>
          <p:nvPr/>
        </p:nvSpPr>
        <p:spPr>
          <a:xfrm>
            <a:off x="6166192" y="952644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51363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2221</Words>
  <Application>Microsoft Office PowerPoint</Application>
  <PresentationFormat>Widescreen</PresentationFormat>
  <Paragraphs>251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Abadi</vt:lpstr>
      <vt:lpstr>Amasis MT Pro Black</vt:lpstr>
      <vt:lpstr>Aptos</vt:lpstr>
      <vt:lpstr>Aptos Black</vt:lpstr>
      <vt:lpstr>Aptos Display</vt:lpstr>
      <vt:lpstr>Aptos Slab Black</vt:lpstr>
      <vt:lpstr>AR CENA</vt:lpstr>
      <vt:lpstr>Arial</vt:lpstr>
      <vt:lpstr>Berlin Sans FB</vt:lpstr>
      <vt:lpstr>Bodoni MT Black</vt:lpstr>
      <vt:lpstr>Britannic Bold</vt:lpstr>
      <vt:lpstr>Cambria Math</vt:lpstr>
      <vt:lpstr>Candara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RATIOS</vt:lpstr>
      <vt:lpstr>RATIO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Nidhi Sharma</dc:creator>
  <cp:lastModifiedBy>Nidhi Sharma</cp:lastModifiedBy>
  <cp:revision>1</cp:revision>
  <dcterms:created xsi:type="dcterms:W3CDTF">2026-01-03T13:03:03Z</dcterms:created>
  <dcterms:modified xsi:type="dcterms:W3CDTF">2026-01-03T13:04:52Z</dcterms:modified>
</cp:coreProperties>
</file>